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4" r:id="rId1"/>
  </p:sldMasterIdLst>
  <p:notesMasterIdLst>
    <p:notesMasterId r:id="rId16"/>
  </p:notesMasterIdLst>
  <p:sldIdLst>
    <p:sldId id="269" r:id="rId2"/>
    <p:sldId id="257" r:id="rId3"/>
    <p:sldId id="266" r:id="rId4"/>
    <p:sldId id="258" r:id="rId5"/>
    <p:sldId id="256" r:id="rId6"/>
    <p:sldId id="259" r:id="rId7"/>
    <p:sldId id="267" r:id="rId8"/>
    <p:sldId id="270" r:id="rId9"/>
    <p:sldId id="272" r:id="rId10"/>
    <p:sldId id="273" r:id="rId11"/>
    <p:sldId id="261" r:id="rId12"/>
    <p:sldId id="264" r:id="rId13"/>
    <p:sldId id="263" r:id="rId14"/>
    <p:sldId id="265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48" autoAdjust="0"/>
    <p:restoredTop sz="94660"/>
  </p:normalViewPr>
  <p:slideViewPr>
    <p:cSldViewPr snapToGrid="0">
      <p:cViewPr varScale="1">
        <p:scale>
          <a:sx n="61" d="100"/>
          <a:sy n="61" d="100"/>
        </p:scale>
        <p:origin x="80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BE8E5E0-A8AF-43A2-BD0C-D2677E616BE3}" type="doc">
      <dgm:prSet loTypeId="urn:microsoft.com/office/officeart/2005/8/layout/defaul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876DF84-9E01-42C3-B448-14774BDCBE7E}">
      <dgm:prSet/>
      <dgm:spPr/>
      <dgm:t>
        <a:bodyPr/>
        <a:lstStyle/>
        <a:p>
          <a:r>
            <a:rPr lang="en-US" b="1"/>
            <a:t>Group Members Name</a:t>
          </a:r>
          <a:endParaRPr lang="en-US"/>
        </a:p>
      </dgm:t>
    </dgm:pt>
    <dgm:pt modelId="{5CE364FC-B256-4BA4-95A3-9A8E2F9185AB}" type="parTrans" cxnId="{6B02DD90-7DB8-4492-82B3-4E057B2DEE79}">
      <dgm:prSet/>
      <dgm:spPr/>
      <dgm:t>
        <a:bodyPr/>
        <a:lstStyle/>
        <a:p>
          <a:endParaRPr lang="en-US"/>
        </a:p>
      </dgm:t>
    </dgm:pt>
    <dgm:pt modelId="{AF49F0BD-10CF-4D8E-B653-C76FF7BECE3E}" type="sibTrans" cxnId="{6B02DD90-7DB8-4492-82B3-4E057B2DEE79}">
      <dgm:prSet/>
      <dgm:spPr/>
      <dgm:t>
        <a:bodyPr/>
        <a:lstStyle/>
        <a:p>
          <a:endParaRPr lang="en-US"/>
        </a:p>
      </dgm:t>
    </dgm:pt>
    <dgm:pt modelId="{2BFBFFD7-479E-430D-9FC4-D9E1DEC458E3}">
      <dgm:prSet/>
      <dgm:spPr/>
      <dgm:t>
        <a:bodyPr/>
        <a:lstStyle/>
        <a:p>
          <a:r>
            <a:rPr lang="en-US" b="1"/>
            <a:t>Summary Of the Project</a:t>
          </a:r>
          <a:endParaRPr lang="en-US"/>
        </a:p>
      </dgm:t>
    </dgm:pt>
    <dgm:pt modelId="{33EB8C17-A6FA-490A-9D64-D1AD63258DFB}" type="parTrans" cxnId="{D048660E-AEA2-41E5-B971-B4116F817768}">
      <dgm:prSet/>
      <dgm:spPr/>
      <dgm:t>
        <a:bodyPr/>
        <a:lstStyle/>
        <a:p>
          <a:endParaRPr lang="en-US"/>
        </a:p>
      </dgm:t>
    </dgm:pt>
    <dgm:pt modelId="{46EFA184-321C-435E-B858-E1152BD903A1}" type="sibTrans" cxnId="{D048660E-AEA2-41E5-B971-B4116F817768}">
      <dgm:prSet/>
      <dgm:spPr/>
      <dgm:t>
        <a:bodyPr/>
        <a:lstStyle/>
        <a:p>
          <a:endParaRPr lang="en-US"/>
        </a:p>
      </dgm:t>
    </dgm:pt>
    <dgm:pt modelId="{4EFBDAEA-7C45-4353-B37B-3391BBFDFCB4}">
      <dgm:prSet/>
      <dgm:spPr/>
      <dgm:t>
        <a:bodyPr/>
        <a:lstStyle/>
        <a:p>
          <a:r>
            <a:rPr lang="en-US" b="1"/>
            <a:t>KPI List</a:t>
          </a:r>
          <a:endParaRPr lang="en-US"/>
        </a:p>
      </dgm:t>
    </dgm:pt>
    <dgm:pt modelId="{66136A29-221F-4C0A-ABC7-AF867BB84FD3}" type="parTrans" cxnId="{B5660ADD-4295-40F3-9C8C-73473A033F7B}">
      <dgm:prSet/>
      <dgm:spPr/>
      <dgm:t>
        <a:bodyPr/>
        <a:lstStyle/>
        <a:p>
          <a:endParaRPr lang="en-US"/>
        </a:p>
      </dgm:t>
    </dgm:pt>
    <dgm:pt modelId="{83F5AC43-73E2-4679-A3C0-B5553106AA37}" type="sibTrans" cxnId="{B5660ADD-4295-40F3-9C8C-73473A033F7B}">
      <dgm:prSet/>
      <dgm:spPr/>
      <dgm:t>
        <a:bodyPr/>
        <a:lstStyle/>
        <a:p>
          <a:endParaRPr lang="en-US"/>
        </a:p>
      </dgm:t>
    </dgm:pt>
    <dgm:pt modelId="{44B3F26E-47B2-4F96-AC2F-8669B538B224}">
      <dgm:prSet/>
      <dgm:spPr/>
      <dgm:t>
        <a:bodyPr/>
        <a:lstStyle/>
        <a:p>
          <a:r>
            <a:rPr lang="en-US" b="1" dirty="0"/>
            <a:t>Excel Dashboard</a:t>
          </a:r>
          <a:endParaRPr lang="en-US" dirty="0"/>
        </a:p>
      </dgm:t>
    </dgm:pt>
    <dgm:pt modelId="{C7648076-BFFA-4C8C-A0BB-5124C909C870}" type="parTrans" cxnId="{ADB63F72-6847-4F7D-B9F4-A25EB3CAD489}">
      <dgm:prSet/>
      <dgm:spPr/>
      <dgm:t>
        <a:bodyPr/>
        <a:lstStyle/>
        <a:p>
          <a:endParaRPr lang="en-US"/>
        </a:p>
      </dgm:t>
    </dgm:pt>
    <dgm:pt modelId="{E09158E9-1ABE-4695-8723-9D83CB91552E}" type="sibTrans" cxnId="{ADB63F72-6847-4F7D-B9F4-A25EB3CAD489}">
      <dgm:prSet/>
      <dgm:spPr/>
      <dgm:t>
        <a:bodyPr/>
        <a:lstStyle/>
        <a:p>
          <a:endParaRPr lang="en-US"/>
        </a:p>
      </dgm:t>
    </dgm:pt>
    <dgm:pt modelId="{E32E7440-1C42-4DB2-83FE-2207B200F6C6}">
      <dgm:prSet/>
      <dgm:spPr/>
      <dgm:t>
        <a:bodyPr/>
        <a:lstStyle/>
        <a:p>
          <a:r>
            <a:rPr lang="en-US" b="1" dirty="0"/>
            <a:t>Power BI Dashboard</a:t>
          </a:r>
          <a:endParaRPr lang="en-US" dirty="0"/>
        </a:p>
      </dgm:t>
    </dgm:pt>
    <dgm:pt modelId="{E6CB9597-9FD1-44B2-8255-FF53E24DF53A}" type="parTrans" cxnId="{2F7628B2-4CC1-4A45-8871-C2414EA7A551}">
      <dgm:prSet/>
      <dgm:spPr/>
      <dgm:t>
        <a:bodyPr/>
        <a:lstStyle/>
        <a:p>
          <a:endParaRPr lang="en-US"/>
        </a:p>
      </dgm:t>
    </dgm:pt>
    <dgm:pt modelId="{37EF9AAA-30E1-4DFB-B423-AE6E330372E4}" type="sibTrans" cxnId="{2F7628B2-4CC1-4A45-8871-C2414EA7A551}">
      <dgm:prSet/>
      <dgm:spPr/>
      <dgm:t>
        <a:bodyPr/>
        <a:lstStyle/>
        <a:p>
          <a:endParaRPr lang="en-US"/>
        </a:p>
      </dgm:t>
    </dgm:pt>
    <dgm:pt modelId="{2B4DBB33-0111-451F-B9F7-C31EF941B503}">
      <dgm:prSet/>
      <dgm:spPr/>
      <dgm:t>
        <a:bodyPr/>
        <a:lstStyle/>
        <a:p>
          <a:r>
            <a:rPr lang="en-US" b="1" dirty="0"/>
            <a:t>Tableau Dashboard</a:t>
          </a:r>
          <a:endParaRPr lang="en-US" dirty="0"/>
        </a:p>
      </dgm:t>
    </dgm:pt>
    <dgm:pt modelId="{C1D50818-45EB-45F2-B1E4-B0A1EB6F67A3}" type="parTrans" cxnId="{F414B071-6B28-4C87-86D0-F6F8199D54E8}">
      <dgm:prSet/>
      <dgm:spPr/>
      <dgm:t>
        <a:bodyPr/>
        <a:lstStyle/>
        <a:p>
          <a:endParaRPr lang="en-US"/>
        </a:p>
      </dgm:t>
    </dgm:pt>
    <dgm:pt modelId="{4232BC0B-E06A-4121-A33F-13C34D74E0C6}" type="sibTrans" cxnId="{F414B071-6B28-4C87-86D0-F6F8199D54E8}">
      <dgm:prSet/>
      <dgm:spPr/>
      <dgm:t>
        <a:bodyPr/>
        <a:lstStyle/>
        <a:p>
          <a:endParaRPr lang="en-US"/>
        </a:p>
      </dgm:t>
    </dgm:pt>
    <dgm:pt modelId="{4F70CF92-ABF5-41CB-8C41-706DB0FE7072}">
      <dgm:prSet/>
      <dgm:spPr/>
      <dgm:t>
        <a:bodyPr/>
        <a:lstStyle/>
        <a:p>
          <a:r>
            <a:rPr lang="en-US" b="1" dirty="0"/>
            <a:t>SQL</a:t>
          </a:r>
          <a:endParaRPr lang="en-US" dirty="0"/>
        </a:p>
      </dgm:t>
    </dgm:pt>
    <dgm:pt modelId="{E7358DBB-2653-4737-832E-431BD47BA889}" type="parTrans" cxnId="{CC0200C9-E232-4C04-875D-807081ED9A61}">
      <dgm:prSet/>
      <dgm:spPr/>
      <dgm:t>
        <a:bodyPr/>
        <a:lstStyle/>
        <a:p>
          <a:endParaRPr lang="en-US"/>
        </a:p>
      </dgm:t>
    </dgm:pt>
    <dgm:pt modelId="{79EEB44B-14FA-4503-9768-C480EFC3A895}" type="sibTrans" cxnId="{CC0200C9-E232-4C04-875D-807081ED9A61}">
      <dgm:prSet/>
      <dgm:spPr/>
      <dgm:t>
        <a:bodyPr/>
        <a:lstStyle/>
        <a:p>
          <a:endParaRPr lang="en-US"/>
        </a:p>
      </dgm:t>
    </dgm:pt>
    <dgm:pt modelId="{2D2ED03D-8184-438D-8B89-59492C2D4368}">
      <dgm:prSet/>
      <dgm:spPr/>
      <dgm:t>
        <a:bodyPr/>
        <a:lstStyle/>
        <a:p>
          <a:r>
            <a:rPr lang="en-US" b="1"/>
            <a:t>Suggestions</a:t>
          </a:r>
          <a:endParaRPr lang="en-US"/>
        </a:p>
      </dgm:t>
    </dgm:pt>
    <dgm:pt modelId="{50BA476F-586B-4E16-8CE8-724BDEEAFA54}" type="parTrans" cxnId="{A366BF4B-5EFB-468A-A97D-B06682C3D292}">
      <dgm:prSet/>
      <dgm:spPr/>
      <dgm:t>
        <a:bodyPr/>
        <a:lstStyle/>
        <a:p>
          <a:endParaRPr lang="en-US"/>
        </a:p>
      </dgm:t>
    </dgm:pt>
    <dgm:pt modelId="{5091CAB5-D53B-4E9C-936F-4205419E0960}" type="sibTrans" cxnId="{A366BF4B-5EFB-468A-A97D-B06682C3D292}">
      <dgm:prSet/>
      <dgm:spPr/>
      <dgm:t>
        <a:bodyPr/>
        <a:lstStyle/>
        <a:p>
          <a:endParaRPr lang="en-US"/>
        </a:p>
      </dgm:t>
    </dgm:pt>
    <dgm:pt modelId="{381D201C-01B1-48BA-83E3-B8515D392347}">
      <dgm:prSet/>
      <dgm:spPr/>
      <dgm:t>
        <a:bodyPr/>
        <a:lstStyle/>
        <a:p>
          <a:r>
            <a:rPr lang="en-US" b="1"/>
            <a:t>Key Take Away</a:t>
          </a:r>
          <a:endParaRPr lang="en-US"/>
        </a:p>
      </dgm:t>
    </dgm:pt>
    <dgm:pt modelId="{67280E4E-E90A-4960-A961-A4576AD5BE83}" type="parTrans" cxnId="{A7D2C4AB-F450-43F4-8DF3-D2DB7EBD9DF0}">
      <dgm:prSet/>
      <dgm:spPr/>
      <dgm:t>
        <a:bodyPr/>
        <a:lstStyle/>
        <a:p>
          <a:endParaRPr lang="en-US"/>
        </a:p>
      </dgm:t>
    </dgm:pt>
    <dgm:pt modelId="{72E6C689-F50A-4C76-8861-E0798B8C91E0}" type="sibTrans" cxnId="{A7D2C4AB-F450-43F4-8DF3-D2DB7EBD9DF0}">
      <dgm:prSet/>
      <dgm:spPr/>
      <dgm:t>
        <a:bodyPr/>
        <a:lstStyle/>
        <a:p>
          <a:endParaRPr lang="en-US"/>
        </a:p>
      </dgm:t>
    </dgm:pt>
    <dgm:pt modelId="{67ADE09A-76ED-4E72-A3CA-47FA9366CB06}" type="pres">
      <dgm:prSet presAssocID="{DBE8E5E0-A8AF-43A2-BD0C-D2677E616BE3}" presName="diagram" presStyleCnt="0">
        <dgm:presLayoutVars>
          <dgm:dir/>
          <dgm:resizeHandles val="exact"/>
        </dgm:presLayoutVars>
      </dgm:prSet>
      <dgm:spPr/>
    </dgm:pt>
    <dgm:pt modelId="{EE85CF1B-FF8F-421F-A33A-AAA3626F2BE6}" type="pres">
      <dgm:prSet presAssocID="{0876DF84-9E01-42C3-B448-14774BDCBE7E}" presName="node" presStyleLbl="node1" presStyleIdx="0" presStyleCnt="9">
        <dgm:presLayoutVars>
          <dgm:bulletEnabled val="1"/>
        </dgm:presLayoutVars>
      </dgm:prSet>
      <dgm:spPr/>
    </dgm:pt>
    <dgm:pt modelId="{89B3049B-8F38-47FA-8EFA-85DD4AA37294}" type="pres">
      <dgm:prSet presAssocID="{AF49F0BD-10CF-4D8E-B653-C76FF7BECE3E}" presName="sibTrans" presStyleCnt="0"/>
      <dgm:spPr/>
    </dgm:pt>
    <dgm:pt modelId="{944B22EF-1CF1-4815-9D94-902BEF50CA94}" type="pres">
      <dgm:prSet presAssocID="{2BFBFFD7-479E-430D-9FC4-D9E1DEC458E3}" presName="node" presStyleLbl="node1" presStyleIdx="1" presStyleCnt="9" custLinFactNeighborX="-1657" custLinFactNeighborY="1591">
        <dgm:presLayoutVars>
          <dgm:bulletEnabled val="1"/>
        </dgm:presLayoutVars>
      </dgm:prSet>
      <dgm:spPr/>
    </dgm:pt>
    <dgm:pt modelId="{C534625A-4241-4E45-87CE-A260A252840D}" type="pres">
      <dgm:prSet presAssocID="{46EFA184-321C-435E-B858-E1152BD903A1}" presName="sibTrans" presStyleCnt="0"/>
      <dgm:spPr/>
    </dgm:pt>
    <dgm:pt modelId="{B55BC512-F069-44CA-9962-EE140893612F}" type="pres">
      <dgm:prSet presAssocID="{4EFBDAEA-7C45-4353-B37B-3391BBFDFCB4}" presName="node" presStyleLbl="node1" presStyleIdx="2" presStyleCnt="9" custLinFactNeighborX="-4139" custLinFactNeighborY="1591">
        <dgm:presLayoutVars>
          <dgm:bulletEnabled val="1"/>
        </dgm:presLayoutVars>
      </dgm:prSet>
      <dgm:spPr/>
    </dgm:pt>
    <dgm:pt modelId="{6AEBDF19-40E3-4F85-81AF-C3B0FA0EB603}" type="pres">
      <dgm:prSet presAssocID="{83F5AC43-73E2-4679-A3C0-B5553106AA37}" presName="sibTrans" presStyleCnt="0"/>
      <dgm:spPr/>
    </dgm:pt>
    <dgm:pt modelId="{341AC5E5-20E1-4338-9B5B-89E2868C23A1}" type="pres">
      <dgm:prSet presAssocID="{44B3F26E-47B2-4F96-AC2F-8669B538B224}" presName="node" presStyleLbl="node1" presStyleIdx="3" presStyleCnt="9" custLinFactNeighborX="-4389" custLinFactNeighborY="1781">
        <dgm:presLayoutVars>
          <dgm:bulletEnabled val="1"/>
        </dgm:presLayoutVars>
      </dgm:prSet>
      <dgm:spPr/>
    </dgm:pt>
    <dgm:pt modelId="{0603782C-725A-4315-8387-F064944AD295}" type="pres">
      <dgm:prSet presAssocID="{E09158E9-1ABE-4695-8723-9D83CB91552E}" presName="sibTrans" presStyleCnt="0"/>
      <dgm:spPr/>
    </dgm:pt>
    <dgm:pt modelId="{658EAF40-A10D-4CC6-B6FB-DFFE2289320E}" type="pres">
      <dgm:prSet presAssocID="{E32E7440-1C42-4DB2-83FE-2207B200F6C6}" presName="node" presStyleLbl="node1" presStyleIdx="4" presStyleCnt="9" custLinFactNeighborX="-5728" custLinFactNeighborY="1591">
        <dgm:presLayoutVars>
          <dgm:bulletEnabled val="1"/>
        </dgm:presLayoutVars>
      </dgm:prSet>
      <dgm:spPr/>
    </dgm:pt>
    <dgm:pt modelId="{6A427D55-7751-4735-A007-246F46568D18}" type="pres">
      <dgm:prSet presAssocID="{37EF9AAA-30E1-4DFB-B423-AE6E330372E4}" presName="sibTrans" presStyleCnt="0"/>
      <dgm:spPr/>
    </dgm:pt>
    <dgm:pt modelId="{1EE4E127-44F4-496C-A2EF-5BF7107E2BD3}" type="pres">
      <dgm:prSet presAssocID="{2B4DBB33-0111-451F-B9F7-C31EF941B503}" presName="node" presStyleLbl="node1" presStyleIdx="5" presStyleCnt="9" custLinFactNeighborX="91394" custLinFactNeighborY="6021">
        <dgm:presLayoutVars>
          <dgm:bulletEnabled val="1"/>
        </dgm:presLayoutVars>
      </dgm:prSet>
      <dgm:spPr/>
    </dgm:pt>
    <dgm:pt modelId="{25392D5A-48FE-40E9-8258-FE66587D6270}" type="pres">
      <dgm:prSet presAssocID="{4232BC0B-E06A-4121-A33F-13C34D74E0C6}" presName="sibTrans" presStyleCnt="0"/>
      <dgm:spPr/>
    </dgm:pt>
    <dgm:pt modelId="{4ED0D743-5318-4D15-81E1-F02C45C16386}" type="pres">
      <dgm:prSet presAssocID="{4F70CF92-ABF5-41CB-8C41-706DB0FE7072}" presName="node" presStyleLbl="node1" presStyleIdx="6" presStyleCnt="9" custLinFactX="-34602" custLinFactNeighborX="-100000" custLinFactNeighborY="5520">
        <dgm:presLayoutVars>
          <dgm:bulletEnabled val="1"/>
        </dgm:presLayoutVars>
      </dgm:prSet>
      <dgm:spPr/>
    </dgm:pt>
    <dgm:pt modelId="{749F0B3D-8804-4AC6-B64C-A32E035417D6}" type="pres">
      <dgm:prSet presAssocID="{79EEB44B-14FA-4503-9768-C480EFC3A895}" presName="sibTrans" presStyleCnt="0"/>
      <dgm:spPr/>
    </dgm:pt>
    <dgm:pt modelId="{6D25826E-F713-4E91-A403-5E1943186A06}" type="pres">
      <dgm:prSet presAssocID="{2D2ED03D-8184-438D-8B89-59492C2D4368}" presName="node" presStyleLbl="node1" presStyleIdx="7" presStyleCnt="9" custLinFactNeighborX="-11991" custLinFactNeighborY="4873">
        <dgm:presLayoutVars>
          <dgm:bulletEnabled val="1"/>
        </dgm:presLayoutVars>
      </dgm:prSet>
      <dgm:spPr/>
    </dgm:pt>
    <dgm:pt modelId="{B62A2C49-C028-4E87-B3A6-5F9A308624F6}" type="pres">
      <dgm:prSet presAssocID="{5091CAB5-D53B-4E9C-936F-4205419E0960}" presName="sibTrans" presStyleCnt="0"/>
      <dgm:spPr/>
    </dgm:pt>
    <dgm:pt modelId="{B58144EF-7CB8-4FDF-9B51-3CD0E7FA8699}" type="pres">
      <dgm:prSet presAssocID="{381D201C-01B1-48BA-83E3-B8515D392347}" presName="node" presStyleLbl="node1" presStyleIdx="8" presStyleCnt="9" custLinFactNeighborX="-5375" custLinFactNeighborY="4600">
        <dgm:presLayoutVars>
          <dgm:bulletEnabled val="1"/>
        </dgm:presLayoutVars>
      </dgm:prSet>
      <dgm:spPr/>
    </dgm:pt>
  </dgm:ptLst>
  <dgm:cxnLst>
    <dgm:cxn modelId="{D048660E-AEA2-41E5-B971-B4116F817768}" srcId="{DBE8E5E0-A8AF-43A2-BD0C-D2677E616BE3}" destId="{2BFBFFD7-479E-430D-9FC4-D9E1DEC458E3}" srcOrd="1" destOrd="0" parTransId="{33EB8C17-A6FA-490A-9D64-D1AD63258DFB}" sibTransId="{46EFA184-321C-435E-B858-E1152BD903A1}"/>
    <dgm:cxn modelId="{28AC5223-03BB-45F0-9EBC-A40CADB90C17}" type="presOf" srcId="{0876DF84-9E01-42C3-B448-14774BDCBE7E}" destId="{EE85CF1B-FF8F-421F-A33A-AAA3626F2BE6}" srcOrd="0" destOrd="0" presId="urn:microsoft.com/office/officeart/2005/8/layout/default"/>
    <dgm:cxn modelId="{D0595C27-68E8-44EE-B6C1-AB0753815F3E}" type="presOf" srcId="{4EFBDAEA-7C45-4353-B37B-3391BBFDFCB4}" destId="{B55BC512-F069-44CA-9962-EE140893612F}" srcOrd="0" destOrd="0" presId="urn:microsoft.com/office/officeart/2005/8/layout/default"/>
    <dgm:cxn modelId="{0F50BE62-93D8-43DB-9DBC-3319019600AD}" type="presOf" srcId="{E32E7440-1C42-4DB2-83FE-2207B200F6C6}" destId="{658EAF40-A10D-4CC6-B6FB-DFFE2289320E}" srcOrd="0" destOrd="0" presId="urn:microsoft.com/office/officeart/2005/8/layout/default"/>
    <dgm:cxn modelId="{89177B63-0B45-4235-B039-A272F452F1AD}" type="presOf" srcId="{44B3F26E-47B2-4F96-AC2F-8669B538B224}" destId="{341AC5E5-20E1-4338-9B5B-89E2868C23A1}" srcOrd="0" destOrd="0" presId="urn:microsoft.com/office/officeart/2005/8/layout/default"/>
    <dgm:cxn modelId="{3F0EB247-741E-4107-874A-AC606F7B2BEE}" type="presOf" srcId="{4F70CF92-ABF5-41CB-8C41-706DB0FE7072}" destId="{4ED0D743-5318-4D15-81E1-F02C45C16386}" srcOrd="0" destOrd="0" presId="urn:microsoft.com/office/officeart/2005/8/layout/default"/>
    <dgm:cxn modelId="{98A1014B-E336-493A-A433-A782622CC60E}" type="presOf" srcId="{381D201C-01B1-48BA-83E3-B8515D392347}" destId="{B58144EF-7CB8-4FDF-9B51-3CD0E7FA8699}" srcOrd="0" destOrd="0" presId="urn:microsoft.com/office/officeart/2005/8/layout/default"/>
    <dgm:cxn modelId="{A366BF4B-5EFB-468A-A97D-B06682C3D292}" srcId="{DBE8E5E0-A8AF-43A2-BD0C-D2677E616BE3}" destId="{2D2ED03D-8184-438D-8B89-59492C2D4368}" srcOrd="7" destOrd="0" parTransId="{50BA476F-586B-4E16-8CE8-724BDEEAFA54}" sibTransId="{5091CAB5-D53B-4E9C-936F-4205419E0960}"/>
    <dgm:cxn modelId="{D1B18D6D-A88C-4586-B4DD-62E29A5C58A2}" type="presOf" srcId="{2D2ED03D-8184-438D-8B89-59492C2D4368}" destId="{6D25826E-F713-4E91-A403-5E1943186A06}" srcOrd="0" destOrd="0" presId="urn:microsoft.com/office/officeart/2005/8/layout/default"/>
    <dgm:cxn modelId="{F414B071-6B28-4C87-86D0-F6F8199D54E8}" srcId="{DBE8E5E0-A8AF-43A2-BD0C-D2677E616BE3}" destId="{2B4DBB33-0111-451F-B9F7-C31EF941B503}" srcOrd="5" destOrd="0" parTransId="{C1D50818-45EB-45F2-B1E4-B0A1EB6F67A3}" sibTransId="{4232BC0B-E06A-4121-A33F-13C34D74E0C6}"/>
    <dgm:cxn modelId="{ADB63F72-6847-4F7D-B9F4-A25EB3CAD489}" srcId="{DBE8E5E0-A8AF-43A2-BD0C-D2677E616BE3}" destId="{44B3F26E-47B2-4F96-AC2F-8669B538B224}" srcOrd="3" destOrd="0" parTransId="{C7648076-BFFA-4C8C-A0BB-5124C909C870}" sibTransId="{E09158E9-1ABE-4695-8723-9D83CB91552E}"/>
    <dgm:cxn modelId="{BEC24488-8356-4B75-953D-EF31C48E2CDC}" type="presOf" srcId="{2B4DBB33-0111-451F-B9F7-C31EF941B503}" destId="{1EE4E127-44F4-496C-A2EF-5BF7107E2BD3}" srcOrd="0" destOrd="0" presId="urn:microsoft.com/office/officeart/2005/8/layout/default"/>
    <dgm:cxn modelId="{6B02DD90-7DB8-4492-82B3-4E057B2DEE79}" srcId="{DBE8E5E0-A8AF-43A2-BD0C-D2677E616BE3}" destId="{0876DF84-9E01-42C3-B448-14774BDCBE7E}" srcOrd="0" destOrd="0" parTransId="{5CE364FC-B256-4BA4-95A3-9A8E2F9185AB}" sibTransId="{AF49F0BD-10CF-4D8E-B653-C76FF7BECE3E}"/>
    <dgm:cxn modelId="{F8B6AFA3-BDC6-4EA9-ACAD-30D413A6A009}" type="presOf" srcId="{2BFBFFD7-479E-430D-9FC4-D9E1DEC458E3}" destId="{944B22EF-1CF1-4815-9D94-902BEF50CA94}" srcOrd="0" destOrd="0" presId="urn:microsoft.com/office/officeart/2005/8/layout/default"/>
    <dgm:cxn modelId="{A7D2C4AB-F450-43F4-8DF3-D2DB7EBD9DF0}" srcId="{DBE8E5E0-A8AF-43A2-BD0C-D2677E616BE3}" destId="{381D201C-01B1-48BA-83E3-B8515D392347}" srcOrd="8" destOrd="0" parTransId="{67280E4E-E90A-4960-A961-A4576AD5BE83}" sibTransId="{72E6C689-F50A-4C76-8861-E0798B8C91E0}"/>
    <dgm:cxn modelId="{2F7628B2-4CC1-4A45-8871-C2414EA7A551}" srcId="{DBE8E5E0-A8AF-43A2-BD0C-D2677E616BE3}" destId="{E32E7440-1C42-4DB2-83FE-2207B200F6C6}" srcOrd="4" destOrd="0" parTransId="{E6CB9597-9FD1-44B2-8255-FF53E24DF53A}" sibTransId="{37EF9AAA-30E1-4DFB-B423-AE6E330372E4}"/>
    <dgm:cxn modelId="{CC0200C9-E232-4C04-875D-807081ED9A61}" srcId="{DBE8E5E0-A8AF-43A2-BD0C-D2677E616BE3}" destId="{4F70CF92-ABF5-41CB-8C41-706DB0FE7072}" srcOrd="6" destOrd="0" parTransId="{E7358DBB-2653-4737-832E-431BD47BA889}" sibTransId="{79EEB44B-14FA-4503-9768-C480EFC3A895}"/>
    <dgm:cxn modelId="{B5660ADD-4295-40F3-9C8C-73473A033F7B}" srcId="{DBE8E5E0-A8AF-43A2-BD0C-D2677E616BE3}" destId="{4EFBDAEA-7C45-4353-B37B-3391BBFDFCB4}" srcOrd="2" destOrd="0" parTransId="{66136A29-221F-4C0A-ABC7-AF867BB84FD3}" sibTransId="{83F5AC43-73E2-4679-A3C0-B5553106AA37}"/>
    <dgm:cxn modelId="{F4D80CFA-19A6-4351-87D8-69B007D64371}" type="presOf" srcId="{DBE8E5E0-A8AF-43A2-BD0C-D2677E616BE3}" destId="{67ADE09A-76ED-4E72-A3CA-47FA9366CB06}" srcOrd="0" destOrd="0" presId="urn:microsoft.com/office/officeart/2005/8/layout/default"/>
    <dgm:cxn modelId="{8E694144-0E46-464C-AFC3-DF40FD10C14E}" type="presParOf" srcId="{67ADE09A-76ED-4E72-A3CA-47FA9366CB06}" destId="{EE85CF1B-FF8F-421F-A33A-AAA3626F2BE6}" srcOrd="0" destOrd="0" presId="urn:microsoft.com/office/officeart/2005/8/layout/default"/>
    <dgm:cxn modelId="{53FE2D79-2C44-499E-9AB9-A1D9908AFDEE}" type="presParOf" srcId="{67ADE09A-76ED-4E72-A3CA-47FA9366CB06}" destId="{89B3049B-8F38-47FA-8EFA-85DD4AA37294}" srcOrd="1" destOrd="0" presId="urn:microsoft.com/office/officeart/2005/8/layout/default"/>
    <dgm:cxn modelId="{5BA8286D-B965-4955-B2C5-D08FB66F2B97}" type="presParOf" srcId="{67ADE09A-76ED-4E72-A3CA-47FA9366CB06}" destId="{944B22EF-1CF1-4815-9D94-902BEF50CA94}" srcOrd="2" destOrd="0" presId="urn:microsoft.com/office/officeart/2005/8/layout/default"/>
    <dgm:cxn modelId="{71DACCD9-656D-4006-87E4-2B7AB695288D}" type="presParOf" srcId="{67ADE09A-76ED-4E72-A3CA-47FA9366CB06}" destId="{C534625A-4241-4E45-87CE-A260A252840D}" srcOrd="3" destOrd="0" presId="urn:microsoft.com/office/officeart/2005/8/layout/default"/>
    <dgm:cxn modelId="{ECD3000E-F2F3-46D7-9956-AFF54678400A}" type="presParOf" srcId="{67ADE09A-76ED-4E72-A3CA-47FA9366CB06}" destId="{B55BC512-F069-44CA-9962-EE140893612F}" srcOrd="4" destOrd="0" presId="urn:microsoft.com/office/officeart/2005/8/layout/default"/>
    <dgm:cxn modelId="{0E4AEFBC-F6A0-49B8-9428-40C1128301BA}" type="presParOf" srcId="{67ADE09A-76ED-4E72-A3CA-47FA9366CB06}" destId="{6AEBDF19-40E3-4F85-81AF-C3B0FA0EB603}" srcOrd="5" destOrd="0" presId="urn:microsoft.com/office/officeart/2005/8/layout/default"/>
    <dgm:cxn modelId="{A298FA96-E8E6-410D-A6CB-9FF480089254}" type="presParOf" srcId="{67ADE09A-76ED-4E72-A3CA-47FA9366CB06}" destId="{341AC5E5-20E1-4338-9B5B-89E2868C23A1}" srcOrd="6" destOrd="0" presId="urn:microsoft.com/office/officeart/2005/8/layout/default"/>
    <dgm:cxn modelId="{9BBBFCA4-650D-4C28-9C27-8D51B4D48826}" type="presParOf" srcId="{67ADE09A-76ED-4E72-A3CA-47FA9366CB06}" destId="{0603782C-725A-4315-8387-F064944AD295}" srcOrd="7" destOrd="0" presId="urn:microsoft.com/office/officeart/2005/8/layout/default"/>
    <dgm:cxn modelId="{FE07D73C-A763-416D-978F-EC30DF2E4E11}" type="presParOf" srcId="{67ADE09A-76ED-4E72-A3CA-47FA9366CB06}" destId="{658EAF40-A10D-4CC6-B6FB-DFFE2289320E}" srcOrd="8" destOrd="0" presId="urn:microsoft.com/office/officeart/2005/8/layout/default"/>
    <dgm:cxn modelId="{D92793A0-6007-42E2-9534-EDA9C6E4906C}" type="presParOf" srcId="{67ADE09A-76ED-4E72-A3CA-47FA9366CB06}" destId="{6A427D55-7751-4735-A007-246F46568D18}" srcOrd="9" destOrd="0" presId="urn:microsoft.com/office/officeart/2005/8/layout/default"/>
    <dgm:cxn modelId="{4EE2C66A-717A-47FA-A003-B9187792B0B4}" type="presParOf" srcId="{67ADE09A-76ED-4E72-A3CA-47FA9366CB06}" destId="{1EE4E127-44F4-496C-A2EF-5BF7107E2BD3}" srcOrd="10" destOrd="0" presId="urn:microsoft.com/office/officeart/2005/8/layout/default"/>
    <dgm:cxn modelId="{1520D133-19DB-4FEF-A30C-32E4F8C76972}" type="presParOf" srcId="{67ADE09A-76ED-4E72-A3CA-47FA9366CB06}" destId="{25392D5A-48FE-40E9-8258-FE66587D6270}" srcOrd="11" destOrd="0" presId="urn:microsoft.com/office/officeart/2005/8/layout/default"/>
    <dgm:cxn modelId="{E7682210-B59A-47AF-A3AF-80BAC11A1A62}" type="presParOf" srcId="{67ADE09A-76ED-4E72-A3CA-47FA9366CB06}" destId="{4ED0D743-5318-4D15-81E1-F02C45C16386}" srcOrd="12" destOrd="0" presId="urn:microsoft.com/office/officeart/2005/8/layout/default"/>
    <dgm:cxn modelId="{BECBBC9C-59BC-493A-8F9F-971B310F476E}" type="presParOf" srcId="{67ADE09A-76ED-4E72-A3CA-47FA9366CB06}" destId="{749F0B3D-8804-4AC6-B64C-A32E035417D6}" srcOrd="13" destOrd="0" presId="urn:microsoft.com/office/officeart/2005/8/layout/default"/>
    <dgm:cxn modelId="{1753AD15-5DB5-48B8-B9CF-77F2885106BE}" type="presParOf" srcId="{67ADE09A-76ED-4E72-A3CA-47FA9366CB06}" destId="{6D25826E-F713-4E91-A403-5E1943186A06}" srcOrd="14" destOrd="0" presId="urn:microsoft.com/office/officeart/2005/8/layout/default"/>
    <dgm:cxn modelId="{E7849CDF-3A09-47A0-8308-134344405349}" type="presParOf" srcId="{67ADE09A-76ED-4E72-A3CA-47FA9366CB06}" destId="{B62A2C49-C028-4E87-B3A6-5F9A308624F6}" srcOrd="15" destOrd="0" presId="urn:microsoft.com/office/officeart/2005/8/layout/default"/>
    <dgm:cxn modelId="{860A2470-F4D0-413D-B84E-5965D2905246}" type="presParOf" srcId="{67ADE09A-76ED-4E72-A3CA-47FA9366CB06}" destId="{B58144EF-7CB8-4FDF-9B51-3CD0E7FA8699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36231B0-8D6A-4895-9F59-9F0CF259E528}" type="doc">
      <dgm:prSet loTypeId="urn:microsoft.com/office/officeart/2016/7/layout/BasicLinearProcessNumbered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3494B94-9D2C-4260-9D7E-0A223A9EB8F8}">
      <dgm:prSet/>
      <dgm:spPr/>
      <dgm:t>
        <a:bodyPr/>
        <a:lstStyle/>
        <a:p>
          <a:r>
            <a:rPr lang="en-US" b="1" i="0"/>
            <a:t>Monitor Total Sales Amount:</a:t>
          </a:r>
          <a:r>
            <a:rPr lang="en-US" b="0" i="0"/>
            <a:t> Track sales monthly, quarterly, and yearly to identify growth trends, seasonal patterns, and improvement opportunities.</a:t>
          </a:r>
          <a:endParaRPr lang="en-US"/>
        </a:p>
      </dgm:t>
    </dgm:pt>
    <dgm:pt modelId="{9241A03E-5310-4BBA-8593-A4A3F33B00F2}" type="parTrans" cxnId="{DA0D29DA-9BA3-4344-9C82-33821E5781AC}">
      <dgm:prSet/>
      <dgm:spPr/>
      <dgm:t>
        <a:bodyPr/>
        <a:lstStyle/>
        <a:p>
          <a:endParaRPr lang="en-US"/>
        </a:p>
      </dgm:t>
    </dgm:pt>
    <dgm:pt modelId="{11B87799-F8C8-4470-9DEA-87DA70642D80}" type="sibTrans" cxnId="{DA0D29DA-9BA3-4344-9C82-33821E5781AC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EA447688-5EAA-46CD-9BCA-75FC35798866}">
      <dgm:prSet/>
      <dgm:spPr/>
      <dgm:t>
        <a:bodyPr/>
        <a:lstStyle/>
        <a:p>
          <a:r>
            <a:rPr lang="en-US" b="1" i="0"/>
            <a:t>Control Total Production Cost:</a:t>
          </a:r>
          <a:r>
            <a:rPr lang="en-US" b="0" i="0"/>
            <a:t> Compare production costs with sales to reduce expenses and improve operational efficiency. </a:t>
          </a:r>
          <a:endParaRPr lang="en-US"/>
        </a:p>
      </dgm:t>
    </dgm:pt>
    <dgm:pt modelId="{D55453FB-A254-4A21-9406-982C2F9ADFB1}" type="parTrans" cxnId="{B8287D8A-5A40-43AE-8F04-F1830B59752C}">
      <dgm:prSet/>
      <dgm:spPr/>
      <dgm:t>
        <a:bodyPr/>
        <a:lstStyle/>
        <a:p>
          <a:endParaRPr lang="en-US"/>
        </a:p>
      </dgm:t>
    </dgm:pt>
    <dgm:pt modelId="{620290C5-7E7E-4260-A243-958CEDB73DF9}" type="sibTrans" cxnId="{B8287D8A-5A40-43AE-8F04-F1830B59752C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C7AC8CE9-1201-40EF-B238-A57FF0C00024}">
      <dgm:prSet/>
      <dgm:spPr/>
      <dgm:t>
        <a:bodyPr/>
        <a:lstStyle/>
        <a:p>
          <a:r>
            <a:rPr lang="en-US" b="1" i="0"/>
            <a:t>Increase Total Profit:</a:t>
          </a:r>
          <a:r>
            <a:rPr lang="en-US" b="0" i="0"/>
            <a:t> Analyze profit trends to ensure sales growth leads to higher profitability and better financial performance. </a:t>
          </a:r>
          <a:endParaRPr lang="en-US"/>
        </a:p>
      </dgm:t>
    </dgm:pt>
    <dgm:pt modelId="{69C36028-FA70-404C-BC62-72CAD4B9CADE}" type="parTrans" cxnId="{576E436C-7FDF-40DB-9280-106CF71E8797}">
      <dgm:prSet/>
      <dgm:spPr/>
      <dgm:t>
        <a:bodyPr/>
        <a:lstStyle/>
        <a:p>
          <a:endParaRPr lang="en-US"/>
        </a:p>
      </dgm:t>
    </dgm:pt>
    <dgm:pt modelId="{9F19806E-5B60-4BB4-8667-CD319C7EBD4C}" type="sibTrans" cxnId="{576E436C-7FDF-40DB-9280-106CF71E8797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C2AD3419-6FE1-45EE-BB61-FA87FBE604AE}">
      <dgm:prSet/>
      <dgm:spPr/>
      <dgm:t>
        <a:bodyPr/>
        <a:lstStyle/>
        <a:p>
          <a:r>
            <a:rPr lang="en-US" b="1" i="0"/>
            <a:t>Optimize Order Quantity:</a:t>
          </a:r>
          <a:r>
            <a:rPr lang="en-US" b="0" i="0"/>
            <a:t> Monitor order volumes to understand customer demand and support effective inventory management. </a:t>
          </a:r>
          <a:endParaRPr lang="en-US"/>
        </a:p>
      </dgm:t>
    </dgm:pt>
    <dgm:pt modelId="{DB10EEDE-65AD-44B4-8FBB-411375816F48}" type="parTrans" cxnId="{F02C4495-630F-40A5-8290-25BCC5E9DC36}">
      <dgm:prSet/>
      <dgm:spPr/>
      <dgm:t>
        <a:bodyPr/>
        <a:lstStyle/>
        <a:p>
          <a:endParaRPr lang="en-US"/>
        </a:p>
      </dgm:t>
    </dgm:pt>
    <dgm:pt modelId="{C598B45E-A219-4139-BF1D-1456EC2666B3}" type="sibTrans" cxnId="{F02C4495-630F-40A5-8290-25BCC5E9DC36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90180B88-002D-48E5-8265-44BB51930CA1}">
      <dgm:prSet/>
      <dgm:spPr/>
      <dgm:t>
        <a:bodyPr/>
        <a:lstStyle/>
        <a:p>
          <a:r>
            <a:rPr lang="en-US" b="1" i="0"/>
            <a:t>Improve Product-wise Performance:</a:t>
          </a:r>
          <a:r>
            <a:rPr lang="en-US" b="0" i="0"/>
            <a:t> Focus on high-performing products and develop strategies to enhance sales and profitability of low-performing products.</a:t>
          </a:r>
          <a:endParaRPr lang="en-US"/>
        </a:p>
      </dgm:t>
    </dgm:pt>
    <dgm:pt modelId="{1EDFC10F-3AD2-4D9C-97FE-35F3AE2DD781}" type="parTrans" cxnId="{DA5291D7-98B9-4E9D-B1C3-671AC48CDA75}">
      <dgm:prSet/>
      <dgm:spPr/>
      <dgm:t>
        <a:bodyPr/>
        <a:lstStyle/>
        <a:p>
          <a:endParaRPr lang="en-US"/>
        </a:p>
      </dgm:t>
    </dgm:pt>
    <dgm:pt modelId="{A946524B-9571-4B69-9EFE-C2A52C558663}" type="sibTrans" cxnId="{DA5291D7-98B9-4E9D-B1C3-671AC48CDA75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C94DD038-E5C5-4621-94D3-1807E927E1E2}" type="pres">
      <dgm:prSet presAssocID="{236231B0-8D6A-4895-9F59-9F0CF259E528}" presName="Name0" presStyleCnt="0">
        <dgm:presLayoutVars>
          <dgm:animLvl val="lvl"/>
          <dgm:resizeHandles val="exact"/>
        </dgm:presLayoutVars>
      </dgm:prSet>
      <dgm:spPr/>
    </dgm:pt>
    <dgm:pt modelId="{CB8983CD-3343-4809-B428-88F28CAA6CB9}" type="pres">
      <dgm:prSet presAssocID="{F3494B94-9D2C-4260-9D7E-0A223A9EB8F8}" presName="compositeNode" presStyleCnt="0">
        <dgm:presLayoutVars>
          <dgm:bulletEnabled val="1"/>
        </dgm:presLayoutVars>
      </dgm:prSet>
      <dgm:spPr/>
    </dgm:pt>
    <dgm:pt modelId="{5D144466-737E-4F85-9109-EF76C807AD61}" type="pres">
      <dgm:prSet presAssocID="{F3494B94-9D2C-4260-9D7E-0A223A9EB8F8}" presName="bgRect" presStyleLbl="bgAccFollowNode1" presStyleIdx="0" presStyleCnt="5"/>
      <dgm:spPr/>
    </dgm:pt>
    <dgm:pt modelId="{55247DAB-36E1-4880-A2DC-D48B14E4F338}" type="pres">
      <dgm:prSet presAssocID="{11B87799-F8C8-4470-9DEA-87DA70642D80}" presName="sibTransNodeCircle" presStyleLbl="alignNode1" presStyleIdx="0" presStyleCnt="10">
        <dgm:presLayoutVars>
          <dgm:chMax val="0"/>
          <dgm:bulletEnabled/>
        </dgm:presLayoutVars>
      </dgm:prSet>
      <dgm:spPr/>
    </dgm:pt>
    <dgm:pt modelId="{E6FCCAA4-536F-4ED8-AFA2-8E2D8A0DC1DD}" type="pres">
      <dgm:prSet presAssocID="{F3494B94-9D2C-4260-9D7E-0A223A9EB8F8}" presName="bottomLine" presStyleLbl="alignNode1" presStyleIdx="1" presStyleCnt="10">
        <dgm:presLayoutVars/>
      </dgm:prSet>
      <dgm:spPr/>
    </dgm:pt>
    <dgm:pt modelId="{1F5BC98F-92A6-4853-9A57-64A6ED63D90B}" type="pres">
      <dgm:prSet presAssocID="{F3494B94-9D2C-4260-9D7E-0A223A9EB8F8}" presName="nodeText" presStyleLbl="bgAccFollowNode1" presStyleIdx="0" presStyleCnt="5">
        <dgm:presLayoutVars>
          <dgm:bulletEnabled val="1"/>
        </dgm:presLayoutVars>
      </dgm:prSet>
      <dgm:spPr/>
    </dgm:pt>
    <dgm:pt modelId="{4D8EBEB0-58CD-4CA2-A213-628C2288A69D}" type="pres">
      <dgm:prSet presAssocID="{11B87799-F8C8-4470-9DEA-87DA70642D80}" presName="sibTrans" presStyleCnt="0"/>
      <dgm:spPr/>
    </dgm:pt>
    <dgm:pt modelId="{EA37862C-CB06-43E5-8AAF-43697343ECB3}" type="pres">
      <dgm:prSet presAssocID="{EA447688-5EAA-46CD-9BCA-75FC35798866}" presName="compositeNode" presStyleCnt="0">
        <dgm:presLayoutVars>
          <dgm:bulletEnabled val="1"/>
        </dgm:presLayoutVars>
      </dgm:prSet>
      <dgm:spPr/>
    </dgm:pt>
    <dgm:pt modelId="{377D8E83-AFEA-42B5-8337-6C5A455AE5EE}" type="pres">
      <dgm:prSet presAssocID="{EA447688-5EAA-46CD-9BCA-75FC35798866}" presName="bgRect" presStyleLbl="bgAccFollowNode1" presStyleIdx="1" presStyleCnt="5"/>
      <dgm:spPr/>
    </dgm:pt>
    <dgm:pt modelId="{7BE38FBE-AB9F-4EFC-98D2-8430C4E7BFAF}" type="pres">
      <dgm:prSet presAssocID="{620290C5-7E7E-4260-A243-958CEDB73DF9}" presName="sibTransNodeCircle" presStyleLbl="alignNode1" presStyleIdx="2" presStyleCnt="10">
        <dgm:presLayoutVars>
          <dgm:chMax val="0"/>
          <dgm:bulletEnabled/>
        </dgm:presLayoutVars>
      </dgm:prSet>
      <dgm:spPr/>
    </dgm:pt>
    <dgm:pt modelId="{C35E508E-4549-45AB-95C7-DF9BBE09B988}" type="pres">
      <dgm:prSet presAssocID="{EA447688-5EAA-46CD-9BCA-75FC35798866}" presName="bottomLine" presStyleLbl="alignNode1" presStyleIdx="3" presStyleCnt="10">
        <dgm:presLayoutVars/>
      </dgm:prSet>
      <dgm:spPr/>
    </dgm:pt>
    <dgm:pt modelId="{B7037813-BC39-4AEC-8D05-21F6EFA43199}" type="pres">
      <dgm:prSet presAssocID="{EA447688-5EAA-46CD-9BCA-75FC35798866}" presName="nodeText" presStyleLbl="bgAccFollowNode1" presStyleIdx="1" presStyleCnt="5">
        <dgm:presLayoutVars>
          <dgm:bulletEnabled val="1"/>
        </dgm:presLayoutVars>
      </dgm:prSet>
      <dgm:spPr/>
    </dgm:pt>
    <dgm:pt modelId="{DA7B5CD9-60D5-44E0-9379-F195FD12AD09}" type="pres">
      <dgm:prSet presAssocID="{620290C5-7E7E-4260-A243-958CEDB73DF9}" presName="sibTrans" presStyleCnt="0"/>
      <dgm:spPr/>
    </dgm:pt>
    <dgm:pt modelId="{074F8780-4707-46D9-9D0A-DA6A3DFD4F5D}" type="pres">
      <dgm:prSet presAssocID="{C7AC8CE9-1201-40EF-B238-A57FF0C00024}" presName="compositeNode" presStyleCnt="0">
        <dgm:presLayoutVars>
          <dgm:bulletEnabled val="1"/>
        </dgm:presLayoutVars>
      </dgm:prSet>
      <dgm:spPr/>
    </dgm:pt>
    <dgm:pt modelId="{49A6F7C6-40D6-4B35-9000-A93243E1AE7A}" type="pres">
      <dgm:prSet presAssocID="{C7AC8CE9-1201-40EF-B238-A57FF0C00024}" presName="bgRect" presStyleLbl="bgAccFollowNode1" presStyleIdx="2" presStyleCnt="5"/>
      <dgm:spPr/>
    </dgm:pt>
    <dgm:pt modelId="{B31B38D1-8D71-4034-BF4E-5EF8CD0819F8}" type="pres">
      <dgm:prSet presAssocID="{9F19806E-5B60-4BB4-8667-CD319C7EBD4C}" presName="sibTransNodeCircle" presStyleLbl="alignNode1" presStyleIdx="4" presStyleCnt="10">
        <dgm:presLayoutVars>
          <dgm:chMax val="0"/>
          <dgm:bulletEnabled/>
        </dgm:presLayoutVars>
      </dgm:prSet>
      <dgm:spPr/>
    </dgm:pt>
    <dgm:pt modelId="{60866AA8-A05C-4548-800C-024989533660}" type="pres">
      <dgm:prSet presAssocID="{C7AC8CE9-1201-40EF-B238-A57FF0C00024}" presName="bottomLine" presStyleLbl="alignNode1" presStyleIdx="5" presStyleCnt="10">
        <dgm:presLayoutVars/>
      </dgm:prSet>
      <dgm:spPr/>
    </dgm:pt>
    <dgm:pt modelId="{A080C53E-7CAF-48E3-B062-E818F68FAC29}" type="pres">
      <dgm:prSet presAssocID="{C7AC8CE9-1201-40EF-B238-A57FF0C00024}" presName="nodeText" presStyleLbl="bgAccFollowNode1" presStyleIdx="2" presStyleCnt="5">
        <dgm:presLayoutVars>
          <dgm:bulletEnabled val="1"/>
        </dgm:presLayoutVars>
      </dgm:prSet>
      <dgm:spPr/>
    </dgm:pt>
    <dgm:pt modelId="{8815EF68-9BA7-4DDD-8A38-61BB1C9C4675}" type="pres">
      <dgm:prSet presAssocID="{9F19806E-5B60-4BB4-8667-CD319C7EBD4C}" presName="sibTrans" presStyleCnt="0"/>
      <dgm:spPr/>
    </dgm:pt>
    <dgm:pt modelId="{121BABC7-DA2C-4409-B164-3ECC57830889}" type="pres">
      <dgm:prSet presAssocID="{C2AD3419-6FE1-45EE-BB61-FA87FBE604AE}" presName="compositeNode" presStyleCnt="0">
        <dgm:presLayoutVars>
          <dgm:bulletEnabled val="1"/>
        </dgm:presLayoutVars>
      </dgm:prSet>
      <dgm:spPr/>
    </dgm:pt>
    <dgm:pt modelId="{F8CB7E9B-4D12-49DE-8EB4-A6C5D240197B}" type="pres">
      <dgm:prSet presAssocID="{C2AD3419-6FE1-45EE-BB61-FA87FBE604AE}" presName="bgRect" presStyleLbl="bgAccFollowNode1" presStyleIdx="3" presStyleCnt="5"/>
      <dgm:spPr/>
    </dgm:pt>
    <dgm:pt modelId="{1705CDE6-D8C5-4D18-AD7C-EC60813A7F9D}" type="pres">
      <dgm:prSet presAssocID="{C598B45E-A219-4139-BF1D-1456EC2666B3}" presName="sibTransNodeCircle" presStyleLbl="alignNode1" presStyleIdx="6" presStyleCnt="10">
        <dgm:presLayoutVars>
          <dgm:chMax val="0"/>
          <dgm:bulletEnabled/>
        </dgm:presLayoutVars>
      </dgm:prSet>
      <dgm:spPr/>
    </dgm:pt>
    <dgm:pt modelId="{140435E6-1ABB-4476-8059-AF3094B0466A}" type="pres">
      <dgm:prSet presAssocID="{C2AD3419-6FE1-45EE-BB61-FA87FBE604AE}" presName="bottomLine" presStyleLbl="alignNode1" presStyleIdx="7" presStyleCnt="10">
        <dgm:presLayoutVars/>
      </dgm:prSet>
      <dgm:spPr/>
    </dgm:pt>
    <dgm:pt modelId="{EB9D2546-63DF-4C55-8D52-DC52351F0EE4}" type="pres">
      <dgm:prSet presAssocID="{C2AD3419-6FE1-45EE-BB61-FA87FBE604AE}" presName="nodeText" presStyleLbl="bgAccFollowNode1" presStyleIdx="3" presStyleCnt="5">
        <dgm:presLayoutVars>
          <dgm:bulletEnabled val="1"/>
        </dgm:presLayoutVars>
      </dgm:prSet>
      <dgm:spPr/>
    </dgm:pt>
    <dgm:pt modelId="{368A7024-7F05-4DFD-9C61-1BCF8AD3DF7A}" type="pres">
      <dgm:prSet presAssocID="{C598B45E-A219-4139-BF1D-1456EC2666B3}" presName="sibTrans" presStyleCnt="0"/>
      <dgm:spPr/>
    </dgm:pt>
    <dgm:pt modelId="{50FA9DC2-BB50-4748-9570-A062A6340850}" type="pres">
      <dgm:prSet presAssocID="{90180B88-002D-48E5-8265-44BB51930CA1}" presName="compositeNode" presStyleCnt="0">
        <dgm:presLayoutVars>
          <dgm:bulletEnabled val="1"/>
        </dgm:presLayoutVars>
      </dgm:prSet>
      <dgm:spPr/>
    </dgm:pt>
    <dgm:pt modelId="{D59CA82E-2B08-4862-A2B1-B60382FF32AB}" type="pres">
      <dgm:prSet presAssocID="{90180B88-002D-48E5-8265-44BB51930CA1}" presName="bgRect" presStyleLbl="bgAccFollowNode1" presStyleIdx="4" presStyleCnt="5"/>
      <dgm:spPr/>
    </dgm:pt>
    <dgm:pt modelId="{C2A4803B-27B6-46B0-BBB3-94AD6C7BDAFE}" type="pres">
      <dgm:prSet presAssocID="{A946524B-9571-4B69-9EFE-C2A52C558663}" presName="sibTransNodeCircle" presStyleLbl="alignNode1" presStyleIdx="8" presStyleCnt="10">
        <dgm:presLayoutVars>
          <dgm:chMax val="0"/>
          <dgm:bulletEnabled/>
        </dgm:presLayoutVars>
      </dgm:prSet>
      <dgm:spPr/>
    </dgm:pt>
    <dgm:pt modelId="{B85B1A7E-5526-4AC6-904A-60E510982C7E}" type="pres">
      <dgm:prSet presAssocID="{90180B88-002D-48E5-8265-44BB51930CA1}" presName="bottomLine" presStyleLbl="alignNode1" presStyleIdx="9" presStyleCnt="10">
        <dgm:presLayoutVars/>
      </dgm:prSet>
      <dgm:spPr/>
    </dgm:pt>
    <dgm:pt modelId="{1991D4C4-944E-4D38-A930-FEB4F099DEA1}" type="pres">
      <dgm:prSet presAssocID="{90180B88-002D-48E5-8265-44BB51930CA1}" presName="nodeText" presStyleLbl="bgAccFollowNode1" presStyleIdx="4" presStyleCnt="5">
        <dgm:presLayoutVars>
          <dgm:bulletEnabled val="1"/>
        </dgm:presLayoutVars>
      </dgm:prSet>
      <dgm:spPr/>
    </dgm:pt>
  </dgm:ptLst>
  <dgm:cxnLst>
    <dgm:cxn modelId="{20214409-210C-496C-BC6C-D0169677CAE7}" type="presOf" srcId="{90180B88-002D-48E5-8265-44BB51930CA1}" destId="{1991D4C4-944E-4D38-A930-FEB4F099DEA1}" srcOrd="1" destOrd="0" presId="urn:microsoft.com/office/officeart/2016/7/layout/BasicLinearProcessNumbered"/>
    <dgm:cxn modelId="{48D2E009-3991-4B34-9BB9-88FDAD317722}" type="presOf" srcId="{EA447688-5EAA-46CD-9BCA-75FC35798866}" destId="{B7037813-BC39-4AEC-8D05-21F6EFA43199}" srcOrd="1" destOrd="0" presId="urn:microsoft.com/office/officeart/2016/7/layout/BasicLinearProcessNumbered"/>
    <dgm:cxn modelId="{64E83941-9785-44C0-BBA3-E477560AE685}" type="presOf" srcId="{90180B88-002D-48E5-8265-44BB51930CA1}" destId="{D59CA82E-2B08-4862-A2B1-B60382FF32AB}" srcOrd="0" destOrd="0" presId="urn:microsoft.com/office/officeart/2016/7/layout/BasicLinearProcessNumbered"/>
    <dgm:cxn modelId="{6C903242-F286-4354-9F5A-AA0B4B980EFD}" type="presOf" srcId="{C2AD3419-6FE1-45EE-BB61-FA87FBE604AE}" destId="{EB9D2546-63DF-4C55-8D52-DC52351F0EE4}" srcOrd="1" destOrd="0" presId="urn:microsoft.com/office/officeart/2016/7/layout/BasicLinearProcessNumbered"/>
    <dgm:cxn modelId="{576E436C-7FDF-40DB-9280-106CF71E8797}" srcId="{236231B0-8D6A-4895-9F59-9F0CF259E528}" destId="{C7AC8CE9-1201-40EF-B238-A57FF0C00024}" srcOrd="2" destOrd="0" parTransId="{69C36028-FA70-404C-BC62-72CAD4B9CADE}" sibTransId="{9F19806E-5B60-4BB4-8667-CD319C7EBD4C}"/>
    <dgm:cxn modelId="{D825106D-549F-4DA2-BA2F-98BC6FC2C471}" type="presOf" srcId="{F3494B94-9D2C-4260-9D7E-0A223A9EB8F8}" destId="{5D144466-737E-4F85-9109-EF76C807AD61}" srcOrd="0" destOrd="0" presId="urn:microsoft.com/office/officeart/2016/7/layout/BasicLinearProcessNumbered"/>
    <dgm:cxn modelId="{0A2C1F4D-27DC-4800-9FAA-921CBADA88AE}" type="presOf" srcId="{C7AC8CE9-1201-40EF-B238-A57FF0C00024}" destId="{49A6F7C6-40D6-4B35-9000-A93243E1AE7A}" srcOrd="0" destOrd="0" presId="urn:microsoft.com/office/officeart/2016/7/layout/BasicLinearProcessNumbered"/>
    <dgm:cxn modelId="{8FCA2D7C-250D-4250-A352-89C70D9BFB84}" type="presOf" srcId="{F3494B94-9D2C-4260-9D7E-0A223A9EB8F8}" destId="{1F5BC98F-92A6-4853-9A57-64A6ED63D90B}" srcOrd="1" destOrd="0" presId="urn:microsoft.com/office/officeart/2016/7/layout/BasicLinearProcessNumbered"/>
    <dgm:cxn modelId="{0E0ED681-26EA-483F-AB3B-D22775280E2B}" type="presOf" srcId="{11B87799-F8C8-4470-9DEA-87DA70642D80}" destId="{55247DAB-36E1-4880-A2DC-D48B14E4F338}" srcOrd="0" destOrd="0" presId="urn:microsoft.com/office/officeart/2016/7/layout/BasicLinearProcessNumbered"/>
    <dgm:cxn modelId="{52606D82-F285-414C-B7AE-3F3FB55787CE}" type="presOf" srcId="{C7AC8CE9-1201-40EF-B238-A57FF0C00024}" destId="{A080C53E-7CAF-48E3-B062-E818F68FAC29}" srcOrd="1" destOrd="0" presId="urn:microsoft.com/office/officeart/2016/7/layout/BasicLinearProcessNumbered"/>
    <dgm:cxn modelId="{B8287D8A-5A40-43AE-8F04-F1830B59752C}" srcId="{236231B0-8D6A-4895-9F59-9F0CF259E528}" destId="{EA447688-5EAA-46CD-9BCA-75FC35798866}" srcOrd="1" destOrd="0" parTransId="{D55453FB-A254-4A21-9406-982C2F9ADFB1}" sibTransId="{620290C5-7E7E-4260-A243-958CEDB73DF9}"/>
    <dgm:cxn modelId="{68487E91-98CF-4519-8D3E-53016E0F97F7}" type="presOf" srcId="{A946524B-9571-4B69-9EFE-C2A52C558663}" destId="{C2A4803B-27B6-46B0-BBB3-94AD6C7BDAFE}" srcOrd="0" destOrd="0" presId="urn:microsoft.com/office/officeart/2016/7/layout/BasicLinearProcessNumbered"/>
    <dgm:cxn modelId="{F02C4495-630F-40A5-8290-25BCC5E9DC36}" srcId="{236231B0-8D6A-4895-9F59-9F0CF259E528}" destId="{C2AD3419-6FE1-45EE-BB61-FA87FBE604AE}" srcOrd="3" destOrd="0" parTransId="{DB10EEDE-65AD-44B4-8FBB-411375816F48}" sibTransId="{C598B45E-A219-4139-BF1D-1456EC2666B3}"/>
    <dgm:cxn modelId="{4453CB99-B0E6-43B3-AF37-93C1C01626E0}" type="presOf" srcId="{236231B0-8D6A-4895-9F59-9F0CF259E528}" destId="{C94DD038-E5C5-4621-94D3-1807E927E1E2}" srcOrd="0" destOrd="0" presId="urn:microsoft.com/office/officeart/2016/7/layout/BasicLinearProcessNumbered"/>
    <dgm:cxn modelId="{A5E7529A-92B5-496F-9DCC-EA53344F3796}" type="presOf" srcId="{9F19806E-5B60-4BB4-8667-CD319C7EBD4C}" destId="{B31B38D1-8D71-4034-BF4E-5EF8CD0819F8}" srcOrd="0" destOrd="0" presId="urn:microsoft.com/office/officeart/2016/7/layout/BasicLinearProcessNumbered"/>
    <dgm:cxn modelId="{805F18C1-EE65-48CE-A232-60AE40F83297}" type="presOf" srcId="{EA447688-5EAA-46CD-9BCA-75FC35798866}" destId="{377D8E83-AFEA-42B5-8337-6C5A455AE5EE}" srcOrd="0" destOrd="0" presId="urn:microsoft.com/office/officeart/2016/7/layout/BasicLinearProcessNumbered"/>
    <dgm:cxn modelId="{A8FBE1CD-BD37-499F-9F83-14C9C79A8FC6}" type="presOf" srcId="{C2AD3419-6FE1-45EE-BB61-FA87FBE604AE}" destId="{F8CB7E9B-4D12-49DE-8EB4-A6C5D240197B}" srcOrd="0" destOrd="0" presId="urn:microsoft.com/office/officeart/2016/7/layout/BasicLinearProcessNumbered"/>
    <dgm:cxn modelId="{DA5291D7-98B9-4E9D-B1C3-671AC48CDA75}" srcId="{236231B0-8D6A-4895-9F59-9F0CF259E528}" destId="{90180B88-002D-48E5-8265-44BB51930CA1}" srcOrd="4" destOrd="0" parTransId="{1EDFC10F-3AD2-4D9C-97FE-35F3AE2DD781}" sibTransId="{A946524B-9571-4B69-9EFE-C2A52C558663}"/>
    <dgm:cxn modelId="{DA0D29DA-9BA3-4344-9C82-33821E5781AC}" srcId="{236231B0-8D6A-4895-9F59-9F0CF259E528}" destId="{F3494B94-9D2C-4260-9D7E-0A223A9EB8F8}" srcOrd="0" destOrd="0" parTransId="{9241A03E-5310-4BBA-8593-A4A3F33B00F2}" sibTransId="{11B87799-F8C8-4470-9DEA-87DA70642D80}"/>
    <dgm:cxn modelId="{FC4871EB-FDAC-489E-B18F-25F08C00FA42}" type="presOf" srcId="{620290C5-7E7E-4260-A243-958CEDB73DF9}" destId="{7BE38FBE-AB9F-4EFC-98D2-8430C4E7BFAF}" srcOrd="0" destOrd="0" presId="urn:microsoft.com/office/officeart/2016/7/layout/BasicLinearProcessNumbered"/>
    <dgm:cxn modelId="{1A07C4F7-FD28-4B2E-9EDC-BD5B8E908606}" type="presOf" srcId="{C598B45E-A219-4139-BF1D-1456EC2666B3}" destId="{1705CDE6-D8C5-4D18-AD7C-EC60813A7F9D}" srcOrd="0" destOrd="0" presId="urn:microsoft.com/office/officeart/2016/7/layout/BasicLinearProcessNumbered"/>
    <dgm:cxn modelId="{69E722FE-406B-4881-A96B-46B62B74F6FA}" type="presParOf" srcId="{C94DD038-E5C5-4621-94D3-1807E927E1E2}" destId="{CB8983CD-3343-4809-B428-88F28CAA6CB9}" srcOrd="0" destOrd="0" presId="urn:microsoft.com/office/officeart/2016/7/layout/BasicLinearProcessNumbered"/>
    <dgm:cxn modelId="{6BF2090A-805A-49E9-8C4E-54DE8AF15D0A}" type="presParOf" srcId="{CB8983CD-3343-4809-B428-88F28CAA6CB9}" destId="{5D144466-737E-4F85-9109-EF76C807AD61}" srcOrd="0" destOrd="0" presId="urn:microsoft.com/office/officeart/2016/7/layout/BasicLinearProcessNumbered"/>
    <dgm:cxn modelId="{5EE80D25-63D7-4CAF-806D-13C9F78FF633}" type="presParOf" srcId="{CB8983CD-3343-4809-B428-88F28CAA6CB9}" destId="{55247DAB-36E1-4880-A2DC-D48B14E4F338}" srcOrd="1" destOrd="0" presId="urn:microsoft.com/office/officeart/2016/7/layout/BasicLinearProcessNumbered"/>
    <dgm:cxn modelId="{E6084E5A-3089-4C2E-BFDF-87E3B476A9E6}" type="presParOf" srcId="{CB8983CD-3343-4809-B428-88F28CAA6CB9}" destId="{E6FCCAA4-536F-4ED8-AFA2-8E2D8A0DC1DD}" srcOrd="2" destOrd="0" presId="urn:microsoft.com/office/officeart/2016/7/layout/BasicLinearProcessNumbered"/>
    <dgm:cxn modelId="{DE5E7843-DD3D-4AC6-A655-1D9AB73D1A95}" type="presParOf" srcId="{CB8983CD-3343-4809-B428-88F28CAA6CB9}" destId="{1F5BC98F-92A6-4853-9A57-64A6ED63D90B}" srcOrd="3" destOrd="0" presId="urn:microsoft.com/office/officeart/2016/7/layout/BasicLinearProcessNumbered"/>
    <dgm:cxn modelId="{D11E3899-599A-4CA1-BFF2-3D548AD3F8EE}" type="presParOf" srcId="{C94DD038-E5C5-4621-94D3-1807E927E1E2}" destId="{4D8EBEB0-58CD-4CA2-A213-628C2288A69D}" srcOrd="1" destOrd="0" presId="urn:microsoft.com/office/officeart/2016/7/layout/BasicLinearProcessNumbered"/>
    <dgm:cxn modelId="{3BB44BF6-259E-4C1E-939C-E05E3E7B8D30}" type="presParOf" srcId="{C94DD038-E5C5-4621-94D3-1807E927E1E2}" destId="{EA37862C-CB06-43E5-8AAF-43697343ECB3}" srcOrd="2" destOrd="0" presId="urn:microsoft.com/office/officeart/2016/7/layout/BasicLinearProcessNumbered"/>
    <dgm:cxn modelId="{DF59319E-3A43-4C4D-B89B-0AA49B6316A1}" type="presParOf" srcId="{EA37862C-CB06-43E5-8AAF-43697343ECB3}" destId="{377D8E83-AFEA-42B5-8337-6C5A455AE5EE}" srcOrd="0" destOrd="0" presId="urn:microsoft.com/office/officeart/2016/7/layout/BasicLinearProcessNumbered"/>
    <dgm:cxn modelId="{2D8CE136-CA1A-4FAA-AC22-EE493EE035DD}" type="presParOf" srcId="{EA37862C-CB06-43E5-8AAF-43697343ECB3}" destId="{7BE38FBE-AB9F-4EFC-98D2-8430C4E7BFAF}" srcOrd="1" destOrd="0" presId="urn:microsoft.com/office/officeart/2016/7/layout/BasicLinearProcessNumbered"/>
    <dgm:cxn modelId="{D1E5F7B5-0659-4748-BF44-67C8145DE5CC}" type="presParOf" srcId="{EA37862C-CB06-43E5-8AAF-43697343ECB3}" destId="{C35E508E-4549-45AB-95C7-DF9BBE09B988}" srcOrd="2" destOrd="0" presId="urn:microsoft.com/office/officeart/2016/7/layout/BasicLinearProcessNumbered"/>
    <dgm:cxn modelId="{B3440CDE-CFCE-44E6-9064-2498C0F3086B}" type="presParOf" srcId="{EA37862C-CB06-43E5-8AAF-43697343ECB3}" destId="{B7037813-BC39-4AEC-8D05-21F6EFA43199}" srcOrd="3" destOrd="0" presId="urn:microsoft.com/office/officeart/2016/7/layout/BasicLinearProcessNumbered"/>
    <dgm:cxn modelId="{4F5E5A2F-289B-44C0-AB23-ACC3DCCE8F98}" type="presParOf" srcId="{C94DD038-E5C5-4621-94D3-1807E927E1E2}" destId="{DA7B5CD9-60D5-44E0-9379-F195FD12AD09}" srcOrd="3" destOrd="0" presId="urn:microsoft.com/office/officeart/2016/7/layout/BasicLinearProcessNumbered"/>
    <dgm:cxn modelId="{BA47C3A9-4139-4864-8DE4-B633944B18EC}" type="presParOf" srcId="{C94DD038-E5C5-4621-94D3-1807E927E1E2}" destId="{074F8780-4707-46D9-9D0A-DA6A3DFD4F5D}" srcOrd="4" destOrd="0" presId="urn:microsoft.com/office/officeart/2016/7/layout/BasicLinearProcessNumbered"/>
    <dgm:cxn modelId="{FAF3A76F-AD76-4E4A-BE12-E2F85997E7FA}" type="presParOf" srcId="{074F8780-4707-46D9-9D0A-DA6A3DFD4F5D}" destId="{49A6F7C6-40D6-4B35-9000-A93243E1AE7A}" srcOrd="0" destOrd="0" presId="urn:microsoft.com/office/officeart/2016/7/layout/BasicLinearProcessNumbered"/>
    <dgm:cxn modelId="{75577C6B-CA0B-431E-8AF4-01E0B6A04AE3}" type="presParOf" srcId="{074F8780-4707-46D9-9D0A-DA6A3DFD4F5D}" destId="{B31B38D1-8D71-4034-BF4E-5EF8CD0819F8}" srcOrd="1" destOrd="0" presId="urn:microsoft.com/office/officeart/2016/7/layout/BasicLinearProcessNumbered"/>
    <dgm:cxn modelId="{60AE0643-A07C-4FBE-BBB8-8F8052719D27}" type="presParOf" srcId="{074F8780-4707-46D9-9D0A-DA6A3DFD4F5D}" destId="{60866AA8-A05C-4548-800C-024989533660}" srcOrd="2" destOrd="0" presId="urn:microsoft.com/office/officeart/2016/7/layout/BasicLinearProcessNumbered"/>
    <dgm:cxn modelId="{E460CFAD-E31A-41EC-B4EE-A7E6BC1F1CAD}" type="presParOf" srcId="{074F8780-4707-46D9-9D0A-DA6A3DFD4F5D}" destId="{A080C53E-7CAF-48E3-B062-E818F68FAC29}" srcOrd="3" destOrd="0" presId="urn:microsoft.com/office/officeart/2016/7/layout/BasicLinearProcessNumbered"/>
    <dgm:cxn modelId="{A965D542-7899-4D20-BC73-CC8D3A9BF244}" type="presParOf" srcId="{C94DD038-E5C5-4621-94D3-1807E927E1E2}" destId="{8815EF68-9BA7-4DDD-8A38-61BB1C9C4675}" srcOrd="5" destOrd="0" presId="urn:microsoft.com/office/officeart/2016/7/layout/BasicLinearProcessNumbered"/>
    <dgm:cxn modelId="{192EFF5C-AE19-4731-A6F8-BA8DAE241B89}" type="presParOf" srcId="{C94DD038-E5C5-4621-94D3-1807E927E1E2}" destId="{121BABC7-DA2C-4409-B164-3ECC57830889}" srcOrd="6" destOrd="0" presId="urn:microsoft.com/office/officeart/2016/7/layout/BasicLinearProcessNumbered"/>
    <dgm:cxn modelId="{62087AB0-188B-4A6E-91EF-B15A0C1BF0AF}" type="presParOf" srcId="{121BABC7-DA2C-4409-B164-3ECC57830889}" destId="{F8CB7E9B-4D12-49DE-8EB4-A6C5D240197B}" srcOrd="0" destOrd="0" presId="urn:microsoft.com/office/officeart/2016/7/layout/BasicLinearProcessNumbered"/>
    <dgm:cxn modelId="{E7A58E93-EBCF-4A06-83AC-C50ADD02BE93}" type="presParOf" srcId="{121BABC7-DA2C-4409-B164-3ECC57830889}" destId="{1705CDE6-D8C5-4D18-AD7C-EC60813A7F9D}" srcOrd="1" destOrd="0" presId="urn:microsoft.com/office/officeart/2016/7/layout/BasicLinearProcessNumbered"/>
    <dgm:cxn modelId="{5F7BA83A-0F9A-470B-A920-5293426F805F}" type="presParOf" srcId="{121BABC7-DA2C-4409-B164-3ECC57830889}" destId="{140435E6-1ABB-4476-8059-AF3094B0466A}" srcOrd="2" destOrd="0" presId="urn:microsoft.com/office/officeart/2016/7/layout/BasicLinearProcessNumbered"/>
    <dgm:cxn modelId="{6A710CE1-4DF3-401B-B43A-C267E6D02F9D}" type="presParOf" srcId="{121BABC7-DA2C-4409-B164-3ECC57830889}" destId="{EB9D2546-63DF-4C55-8D52-DC52351F0EE4}" srcOrd="3" destOrd="0" presId="urn:microsoft.com/office/officeart/2016/7/layout/BasicLinearProcessNumbered"/>
    <dgm:cxn modelId="{BB5431F9-C5CD-413E-B130-6E5E9A975C22}" type="presParOf" srcId="{C94DD038-E5C5-4621-94D3-1807E927E1E2}" destId="{368A7024-7F05-4DFD-9C61-1BCF8AD3DF7A}" srcOrd="7" destOrd="0" presId="urn:microsoft.com/office/officeart/2016/7/layout/BasicLinearProcessNumbered"/>
    <dgm:cxn modelId="{C3A1D534-6023-46FA-AE72-6D938AA3F29F}" type="presParOf" srcId="{C94DD038-E5C5-4621-94D3-1807E927E1E2}" destId="{50FA9DC2-BB50-4748-9570-A062A6340850}" srcOrd="8" destOrd="0" presId="urn:microsoft.com/office/officeart/2016/7/layout/BasicLinearProcessNumbered"/>
    <dgm:cxn modelId="{6562222D-ECC2-48ED-9295-E8863791C160}" type="presParOf" srcId="{50FA9DC2-BB50-4748-9570-A062A6340850}" destId="{D59CA82E-2B08-4862-A2B1-B60382FF32AB}" srcOrd="0" destOrd="0" presId="urn:microsoft.com/office/officeart/2016/7/layout/BasicLinearProcessNumbered"/>
    <dgm:cxn modelId="{31AD3F11-EFCF-4890-AEC4-86686E69D212}" type="presParOf" srcId="{50FA9DC2-BB50-4748-9570-A062A6340850}" destId="{C2A4803B-27B6-46B0-BBB3-94AD6C7BDAFE}" srcOrd="1" destOrd="0" presId="urn:microsoft.com/office/officeart/2016/7/layout/BasicLinearProcessNumbered"/>
    <dgm:cxn modelId="{D4E52944-E778-46FC-8F4B-C75BCB014581}" type="presParOf" srcId="{50FA9DC2-BB50-4748-9570-A062A6340850}" destId="{B85B1A7E-5526-4AC6-904A-60E510982C7E}" srcOrd="2" destOrd="0" presId="urn:microsoft.com/office/officeart/2016/7/layout/BasicLinearProcessNumbered"/>
    <dgm:cxn modelId="{DB7EBBEF-92AA-4D49-AC00-CCBAE308F318}" type="presParOf" srcId="{50FA9DC2-BB50-4748-9570-A062A6340850}" destId="{1991D4C4-944E-4D38-A930-FEB4F099DEA1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85CF1B-FF8F-421F-A33A-AAA3626F2BE6}">
      <dsp:nvSpPr>
        <dsp:cNvPr id="0" name=""/>
        <dsp:cNvSpPr/>
      </dsp:nvSpPr>
      <dsp:spPr>
        <a:xfrm>
          <a:off x="3300" y="549631"/>
          <a:ext cx="1787246" cy="107234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Group Members Name</a:t>
          </a:r>
          <a:endParaRPr lang="en-US" sz="2100" kern="1200"/>
        </a:p>
      </dsp:txBody>
      <dsp:txXfrm>
        <a:off x="3300" y="549631"/>
        <a:ext cx="1787246" cy="1072347"/>
      </dsp:txXfrm>
    </dsp:sp>
    <dsp:sp modelId="{944B22EF-1CF1-4815-9D94-902BEF50CA94}">
      <dsp:nvSpPr>
        <dsp:cNvPr id="0" name=""/>
        <dsp:cNvSpPr/>
      </dsp:nvSpPr>
      <dsp:spPr>
        <a:xfrm>
          <a:off x="1939657" y="566692"/>
          <a:ext cx="1787246" cy="1072347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Summary Of the Project</a:t>
          </a:r>
          <a:endParaRPr lang="en-US" sz="2100" kern="1200"/>
        </a:p>
      </dsp:txBody>
      <dsp:txXfrm>
        <a:off x="1939657" y="566692"/>
        <a:ext cx="1787246" cy="1072347"/>
      </dsp:txXfrm>
    </dsp:sp>
    <dsp:sp modelId="{B55BC512-F069-44CA-9962-EE140893612F}">
      <dsp:nvSpPr>
        <dsp:cNvPr id="0" name=""/>
        <dsp:cNvSpPr/>
      </dsp:nvSpPr>
      <dsp:spPr>
        <a:xfrm>
          <a:off x="3861268" y="566692"/>
          <a:ext cx="1787246" cy="1072347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KPI List</a:t>
          </a:r>
          <a:endParaRPr lang="en-US" sz="2100" kern="1200"/>
        </a:p>
      </dsp:txBody>
      <dsp:txXfrm>
        <a:off x="3861268" y="566692"/>
        <a:ext cx="1787246" cy="1072347"/>
      </dsp:txXfrm>
    </dsp:sp>
    <dsp:sp modelId="{341AC5E5-20E1-4338-9B5B-89E2868C23A1}">
      <dsp:nvSpPr>
        <dsp:cNvPr id="0" name=""/>
        <dsp:cNvSpPr/>
      </dsp:nvSpPr>
      <dsp:spPr>
        <a:xfrm>
          <a:off x="5822770" y="568730"/>
          <a:ext cx="1787246" cy="1072347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Excel Dashboard</a:t>
          </a:r>
          <a:endParaRPr lang="en-US" sz="2100" kern="1200" dirty="0"/>
        </a:p>
      </dsp:txBody>
      <dsp:txXfrm>
        <a:off x="5822770" y="568730"/>
        <a:ext cx="1787246" cy="1072347"/>
      </dsp:txXfrm>
    </dsp:sp>
    <dsp:sp modelId="{658EAF40-A10D-4CC6-B6FB-DFFE2289320E}">
      <dsp:nvSpPr>
        <dsp:cNvPr id="0" name=""/>
        <dsp:cNvSpPr/>
      </dsp:nvSpPr>
      <dsp:spPr>
        <a:xfrm>
          <a:off x="7764810" y="566692"/>
          <a:ext cx="1787246" cy="1072347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Power BI Dashboard</a:t>
          </a:r>
          <a:endParaRPr lang="en-US" sz="2100" kern="1200" dirty="0"/>
        </a:p>
      </dsp:txBody>
      <dsp:txXfrm>
        <a:off x="7764810" y="566692"/>
        <a:ext cx="1787246" cy="1072347"/>
      </dsp:txXfrm>
    </dsp:sp>
    <dsp:sp modelId="{1EE4E127-44F4-496C-A2EF-5BF7107E2BD3}">
      <dsp:nvSpPr>
        <dsp:cNvPr id="0" name=""/>
        <dsp:cNvSpPr/>
      </dsp:nvSpPr>
      <dsp:spPr>
        <a:xfrm>
          <a:off x="2619722" y="1865269"/>
          <a:ext cx="1787246" cy="107234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Tableau Dashboard</a:t>
          </a:r>
          <a:endParaRPr lang="en-US" sz="2100" kern="1200" dirty="0"/>
        </a:p>
      </dsp:txBody>
      <dsp:txXfrm>
        <a:off x="2619722" y="1865269"/>
        <a:ext cx="1787246" cy="1072347"/>
      </dsp:txXfrm>
    </dsp:sp>
    <dsp:sp modelId="{4ED0D743-5318-4D15-81E1-F02C45C16386}">
      <dsp:nvSpPr>
        <dsp:cNvPr id="0" name=""/>
        <dsp:cNvSpPr/>
      </dsp:nvSpPr>
      <dsp:spPr>
        <a:xfrm>
          <a:off x="546588" y="1859897"/>
          <a:ext cx="1787246" cy="1072347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SQL</a:t>
          </a:r>
          <a:endParaRPr lang="en-US" sz="2100" kern="1200" dirty="0"/>
        </a:p>
      </dsp:txBody>
      <dsp:txXfrm>
        <a:off x="546588" y="1859897"/>
        <a:ext cx="1787246" cy="1072347"/>
      </dsp:txXfrm>
    </dsp:sp>
    <dsp:sp modelId="{6D25826E-F713-4E91-A403-5E1943186A06}">
      <dsp:nvSpPr>
        <dsp:cNvPr id="0" name=""/>
        <dsp:cNvSpPr/>
      </dsp:nvSpPr>
      <dsp:spPr>
        <a:xfrm>
          <a:off x="4703919" y="1852959"/>
          <a:ext cx="1787246" cy="1072347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Suggestions</a:t>
          </a:r>
          <a:endParaRPr lang="en-US" sz="2100" kern="1200"/>
        </a:p>
      </dsp:txBody>
      <dsp:txXfrm>
        <a:off x="4703919" y="1852959"/>
        <a:ext cx="1787246" cy="1072347"/>
      </dsp:txXfrm>
    </dsp:sp>
    <dsp:sp modelId="{B58144EF-7CB8-4FDF-9B51-3CD0E7FA8699}">
      <dsp:nvSpPr>
        <dsp:cNvPr id="0" name=""/>
        <dsp:cNvSpPr/>
      </dsp:nvSpPr>
      <dsp:spPr>
        <a:xfrm>
          <a:off x="6788134" y="1850031"/>
          <a:ext cx="1787246" cy="1072347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Key Take Away</a:t>
          </a:r>
          <a:endParaRPr lang="en-US" sz="2100" kern="1200"/>
        </a:p>
      </dsp:txBody>
      <dsp:txXfrm>
        <a:off x="6788134" y="1850031"/>
        <a:ext cx="1787246" cy="107234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144466-737E-4F85-9109-EF76C807AD61}">
      <dsp:nvSpPr>
        <dsp:cNvPr id="0" name=""/>
        <dsp:cNvSpPr/>
      </dsp:nvSpPr>
      <dsp:spPr>
        <a:xfrm>
          <a:off x="3770" y="796843"/>
          <a:ext cx="2041707" cy="285839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179" tIns="330200" rIns="159179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/>
            <a:t>Monitor Total Sales Amount:</a:t>
          </a:r>
          <a:r>
            <a:rPr lang="en-US" sz="1100" b="0" i="0" kern="1200"/>
            <a:t> Track sales monthly, quarterly, and yearly to identify growth trends, seasonal patterns, and improvement opportunities.</a:t>
          </a:r>
          <a:endParaRPr lang="en-US" sz="1100" kern="1200"/>
        </a:p>
      </dsp:txBody>
      <dsp:txXfrm>
        <a:off x="3770" y="1883032"/>
        <a:ext cx="2041707" cy="1715034"/>
      </dsp:txXfrm>
    </dsp:sp>
    <dsp:sp modelId="{55247DAB-36E1-4880-A2DC-D48B14E4F338}">
      <dsp:nvSpPr>
        <dsp:cNvPr id="0" name=""/>
        <dsp:cNvSpPr/>
      </dsp:nvSpPr>
      <dsp:spPr>
        <a:xfrm>
          <a:off x="595866" y="1082682"/>
          <a:ext cx="857517" cy="857517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6855" tIns="12700" rIns="66855" bIns="1270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1</a:t>
          </a:r>
        </a:p>
      </dsp:txBody>
      <dsp:txXfrm>
        <a:off x="721446" y="1208262"/>
        <a:ext cx="606357" cy="606357"/>
      </dsp:txXfrm>
    </dsp:sp>
    <dsp:sp modelId="{E6FCCAA4-536F-4ED8-AFA2-8E2D8A0DC1DD}">
      <dsp:nvSpPr>
        <dsp:cNvPr id="0" name=""/>
        <dsp:cNvSpPr/>
      </dsp:nvSpPr>
      <dsp:spPr>
        <a:xfrm>
          <a:off x="3770" y="3655162"/>
          <a:ext cx="2041707" cy="72"/>
        </a:xfrm>
        <a:prstGeom prst="rect">
          <a:avLst/>
        </a:prstGeom>
        <a:gradFill rotWithShape="0">
          <a:gsLst>
            <a:gs pos="0">
              <a:schemeClr val="accent2">
                <a:hueOff val="-2196191"/>
                <a:satOff val="10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-2196191"/>
                <a:satOff val="10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2196191"/>
              <a:satOff val="10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77D8E83-AFEA-42B5-8337-6C5A455AE5EE}">
      <dsp:nvSpPr>
        <dsp:cNvPr id="0" name=""/>
        <dsp:cNvSpPr/>
      </dsp:nvSpPr>
      <dsp:spPr>
        <a:xfrm>
          <a:off x="2249648" y="796843"/>
          <a:ext cx="2041707" cy="2858390"/>
        </a:xfrm>
        <a:prstGeom prst="rect">
          <a:avLst/>
        </a:prstGeom>
        <a:solidFill>
          <a:schemeClr val="accent2">
            <a:tint val="40000"/>
            <a:alpha val="90000"/>
            <a:hueOff val="-5151046"/>
            <a:satOff val="265"/>
            <a:lumOff val="14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-5151046"/>
              <a:satOff val="265"/>
              <a:lumOff val="14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179" tIns="330200" rIns="159179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/>
            <a:t>Control Total Production Cost:</a:t>
          </a:r>
          <a:r>
            <a:rPr lang="en-US" sz="1100" b="0" i="0" kern="1200"/>
            <a:t> Compare production costs with sales to reduce expenses and improve operational efficiency. </a:t>
          </a:r>
          <a:endParaRPr lang="en-US" sz="1100" kern="1200"/>
        </a:p>
      </dsp:txBody>
      <dsp:txXfrm>
        <a:off x="2249648" y="1883032"/>
        <a:ext cx="2041707" cy="1715034"/>
      </dsp:txXfrm>
    </dsp:sp>
    <dsp:sp modelId="{7BE38FBE-AB9F-4EFC-98D2-8430C4E7BFAF}">
      <dsp:nvSpPr>
        <dsp:cNvPr id="0" name=""/>
        <dsp:cNvSpPr/>
      </dsp:nvSpPr>
      <dsp:spPr>
        <a:xfrm>
          <a:off x="2841744" y="1082682"/>
          <a:ext cx="857517" cy="857517"/>
        </a:xfrm>
        <a:prstGeom prst="ellipse">
          <a:avLst/>
        </a:prstGeom>
        <a:gradFill rotWithShape="0">
          <a:gsLst>
            <a:gs pos="0">
              <a:schemeClr val="accent2">
                <a:hueOff val="-4392383"/>
                <a:satOff val="20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-4392383"/>
                <a:satOff val="20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4392383"/>
              <a:satOff val="20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6855" tIns="12700" rIns="66855" bIns="1270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2</a:t>
          </a:r>
        </a:p>
      </dsp:txBody>
      <dsp:txXfrm>
        <a:off x="2967324" y="1208262"/>
        <a:ext cx="606357" cy="606357"/>
      </dsp:txXfrm>
    </dsp:sp>
    <dsp:sp modelId="{C35E508E-4549-45AB-95C7-DF9BBE09B988}">
      <dsp:nvSpPr>
        <dsp:cNvPr id="0" name=""/>
        <dsp:cNvSpPr/>
      </dsp:nvSpPr>
      <dsp:spPr>
        <a:xfrm>
          <a:off x="2249648" y="3655162"/>
          <a:ext cx="2041707" cy="72"/>
        </a:xfrm>
        <a:prstGeom prst="rect">
          <a:avLst/>
        </a:prstGeom>
        <a:gradFill rotWithShape="0">
          <a:gsLst>
            <a:gs pos="0">
              <a:schemeClr val="accent2">
                <a:hueOff val="-6588574"/>
                <a:satOff val="30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-6588574"/>
                <a:satOff val="30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6588574"/>
              <a:satOff val="30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9A6F7C6-40D6-4B35-9000-A93243E1AE7A}">
      <dsp:nvSpPr>
        <dsp:cNvPr id="0" name=""/>
        <dsp:cNvSpPr/>
      </dsp:nvSpPr>
      <dsp:spPr>
        <a:xfrm>
          <a:off x="4495526" y="796843"/>
          <a:ext cx="2041707" cy="2858390"/>
        </a:xfrm>
        <a:prstGeom prst="rect">
          <a:avLst/>
        </a:prstGeom>
        <a:solidFill>
          <a:schemeClr val="accent2">
            <a:tint val="40000"/>
            <a:alpha val="90000"/>
            <a:hueOff val="-10302092"/>
            <a:satOff val="530"/>
            <a:lumOff val="28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-10302092"/>
              <a:satOff val="530"/>
              <a:lumOff val="2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179" tIns="330200" rIns="159179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/>
            <a:t>Increase Total Profit:</a:t>
          </a:r>
          <a:r>
            <a:rPr lang="en-US" sz="1100" b="0" i="0" kern="1200"/>
            <a:t> Analyze profit trends to ensure sales growth leads to higher profitability and better financial performance. </a:t>
          </a:r>
          <a:endParaRPr lang="en-US" sz="1100" kern="1200"/>
        </a:p>
      </dsp:txBody>
      <dsp:txXfrm>
        <a:off x="4495526" y="1883032"/>
        <a:ext cx="2041707" cy="1715034"/>
      </dsp:txXfrm>
    </dsp:sp>
    <dsp:sp modelId="{B31B38D1-8D71-4034-BF4E-5EF8CD0819F8}">
      <dsp:nvSpPr>
        <dsp:cNvPr id="0" name=""/>
        <dsp:cNvSpPr/>
      </dsp:nvSpPr>
      <dsp:spPr>
        <a:xfrm>
          <a:off x="5087621" y="1082682"/>
          <a:ext cx="857517" cy="857517"/>
        </a:xfrm>
        <a:prstGeom prst="ellipse">
          <a:avLst/>
        </a:prstGeom>
        <a:gradFill rotWithShape="0">
          <a:gsLst>
            <a:gs pos="0">
              <a:schemeClr val="accent2">
                <a:hueOff val="-8784765"/>
                <a:satOff val="40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-8784765"/>
                <a:satOff val="40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8784765"/>
              <a:satOff val="40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6855" tIns="12700" rIns="66855" bIns="1270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3</a:t>
          </a:r>
        </a:p>
      </dsp:txBody>
      <dsp:txXfrm>
        <a:off x="5213201" y="1208262"/>
        <a:ext cx="606357" cy="606357"/>
      </dsp:txXfrm>
    </dsp:sp>
    <dsp:sp modelId="{60866AA8-A05C-4548-800C-024989533660}">
      <dsp:nvSpPr>
        <dsp:cNvPr id="0" name=""/>
        <dsp:cNvSpPr/>
      </dsp:nvSpPr>
      <dsp:spPr>
        <a:xfrm>
          <a:off x="4495526" y="3655162"/>
          <a:ext cx="2041707" cy="72"/>
        </a:xfrm>
        <a:prstGeom prst="rect">
          <a:avLst/>
        </a:prstGeom>
        <a:gradFill rotWithShape="0">
          <a:gsLst>
            <a:gs pos="0">
              <a:schemeClr val="accent2">
                <a:hueOff val="-10980957"/>
                <a:satOff val="501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-10980957"/>
                <a:satOff val="501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10980957"/>
              <a:satOff val="501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8CB7E9B-4D12-49DE-8EB4-A6C5D240197B}">
      <dsp:nvSpPr>
        <dsp:cNvPr id="0" name=""/>
        <dsp:cNvSpPr/>
      </dsp:nvSpPr>
      <dsp:spPr>
        <a:xfrm>
          <a:off x="6741404" y="796843"/>
          <a:ext cx="2041707" cy="2858390"/>
        </a:xfrm>
        <a:prstGeom prst="rect">
          <a:avLst/>
        </a:prstGeom>
        <a:solidFill>
          <a:schemeClr val="accent2">
            <a:tint val="40000"/>
            <a:alpha val="90000"/>
            <a:hueOff val="-15453138"/>
            <a:satOff val="796"/>
            <a:lumOff val="41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-15453138"/>
              <a:satOff val="796"/>
              <a:lumOff val="4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179" tIns="330200" rIns="159179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/>
            <a:t>Optimize Order Quantity:</a:t>
          </a:r>
          <a:r>
            <a:rPr lang="en-US" sz="1100" b="0" i="0" kern="1200"/>
            <a:t> Monitor order volumes to understand customer demand and support effective inventory management. </a:t>
          </a:r>
          <a:endParaRPr lang="en-US" sz="1100" kern="1200"/>
        </a:p>
      </dsp:txBody>
      <dsp:txXfrm>
        <a:off x="6741404" y="1883032"/>
        <a:ext cx="2041707" cy="1715034"/>
      </dsp:txXfrm>
    </dsp:sp>
    <dsp:sp modelId="{1705CDE6-D8C5-4D18-AD7C-EC60813A7F9D}">
      <dsp:nvSpPr>
        <dsp:cNvPr id="0" name=""/>
        <dsp:cNvSpPr/>
      </dsp:nvSpPr>
      <dsp:spPr>
        <a:xfrm>
          <a:off x="7333499" y="1082682"/>
          <a:ext cx="857517" cy="857517"/>
        </a:xfrm>
        <a:prstGeom prst="ellipse">
          <a:avLst/>
        </a:prstGeom>
        <a:gradFill rotWithShape="0">
          <a:gsLst>
            <a:gs pos="0">
              <a:schemeClr val="accent2">
                <a:hueOff val="-13177148"/>
                <a:satOff val="601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-13177148"/>
                <a:satOff val="601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13177148"/>
              <a:satOff val="601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6855" tIns="12700" rIns="66855" bIns="1270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4</a:t>
          </a:r>
        </a:p>
      </dsp:txBody>
      <dsp:txXfrm>
        <a:off x="7459079" y="1208262"/>
        <a:ext cx="606357" cy="606357"/>
      </dsp:txXfrm>
    </dsp:sp>
    <dsp:sp modelId="{140435E6-1ABB-4476-8059-AF3094B0466A}">
      <dsp:nvSpPr>
        <dsp:cNvPr id="0" name=""/>
        <dsp:cNvSpPr/>
      </dsp:nvSpPr>
      <dsp:spPr>
        <a:xfrm>
          <a:off x="6741404" y="3655162"/>
          <a:ext cx="2041707" cy="72"/>
        </a:xfrm>
        <a:prstGeom prst="rect">
          <a:avLst/>
        </a:prstGeom>
        <a:gradFill rotWithShape="0">
          <a:gsLst>
            <a:gs pos="0">
              <a:schemeClr val="accent2">
                <a:hueOff val="-15373339"/>
                <a:satOff val="701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-15373339"/>
                <a:satOff val="701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15373339"/>
              <a:satOff val="701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59CA82E-2B08-4862-A2B1-B60382FF32AB}">
      <dsp:nvSpPr>
        <dsp:cNvPr id="0" name=""/>
        <dsp:cNvSpPr/>
      </dsp:nvSpPr>
      <dsp:spPr>
        <a:xfrm>
          <a:off x="8987282" y="796843"/>
          <a:ext cx="2041707" cy="2858390"/>
        </a:xfrm>
        <a:prstGeom prst="rect">
          <a:avLst/>
        </a:prstGeom>
        <a:solidFill>
          <a:schemeClr val="accent2">
            <a:tint val="40000"/>
            <a:alpha val="90000"/>
            <a:hueOff val="-20604185"/>
            <a:satOff val="1061"/>
            <a:lumOff val="55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-20604185"/>
              <a:satOff val="1061"/>
              <a:lumOff val="5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179" tIns="330200" rIns="159179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/>
            <a:t>Improve Product-wise Performance:</a:t>
          </a:r>
          <a:r>
            <a:rPr lang="en-US" sz="1100" b="0" i="0" kern="1200"/>
            <a:t> Focus on high-performing products and develop strategies to enhance sales and profitability of low-performing products.</a:t>
          </a:r>
          <a:endParaRPr lang="en-US" sz="1100" kern="1200"/>
        </a:p>
      </dsp:txBody>
      <dsp:txXfrm>
        <a:off x="8987282" y="1883032"/>
        <a:ext cx="2041707" cy="1715034"/>
      </dsp:txXfrm>
    </dsp:sp>
    <dsp:sp modelId="{C2A4803B-27B6-46B0-BBB3-94AD6C7BDAFE}">
      <dsp:nvSpPr>
        <dsp:cNvPr id="0" name=""/>
        <dsp:cNvSpPr/>
      </dsp:nvSpPr>
      <dsp:spPr>
        <a:xfrm>
          <a:off x="9579377" y="1082682"/>
          <a:ext cx="857517" cy="857517"/>
        </a:xfrm>
        <a:prstGeom prst="ellipse">
          <a:avLst/>
        </a:prstGeom>
        <a:gradFill rotWithShape="0">
          <a:gsLst>
            <a:gs pos="0">
              <a:schemeClr val="accent2">
                <a:hueOff val="-17569530"/>
                <a:satOff val="801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-17569530"/>
                <a:satOff val="801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17569530"/>
              <a:satOff val="801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6855" tIns="12700" rIns="66855" bIns="1270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5</a:t>
          </a:r>
        </a:p>
      </dsp:txBody>
      <dsp:txXfrm>
        <a:off x="9704957" y="1208262"/>
        <a:ext cx="606357" cy="606357"/>
      </dsp:txXfrm>
    </dsp:sp>
    <dsp:sp modelId="{B85B1A7E-5526-4AC6-904A-60E510982C7E}">
      <dsp:nvSpPr>
        <dsp:cNvPr id="0" name=""/>
        <dsp:cNvSpPr/>
      </dsp:nvSpPr>
      <dsp:spPr>
        <a:xfrm>
          <a:off x="8987282" y="3655162"/>
          <a:ext cx="2041707" cy="72"/>
        </a:xfrm>
        <a:prstGeom prst="rect">
          <a:avLst/>
        </a:prstGeom>
        <a:gradFill rotWithShape="0">
          <a:gsLst>
            <a:gs pos="0">
              <a:schemeClr val="accent2">
                <a:hueOff val="-19765721"/>
                <a:satOff val="901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-19765721"/>
                <a:satOff val="901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19765721"/>
              <a:satOff val="901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B1A165-E14C-4976-ACC6-F7D155D5DC66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724268-955E-449F-AC37-6E44FF42FA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039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724268-955E-449F-AC37-6E44FF42FA99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6505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79C5A860-F335-4252-AA00-24FB67ED2982}" type="datetime1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975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C802-30E3-4658-9CCA-F873646FEC67}" type="datetime1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769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227A3-19CE-4153-81CE-64EB7AB094B3}" type="datetime1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557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A100-10F6-477E-8847-29D479EF1C92}" type="datetime1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110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128AB-198A-495F-8475-FDB360C9873F}" type="datetime1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432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A235E-F8FD-479F-9FC7-18BE84110877}" type="datetime1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688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0F09B-68DA-462E-9DB4-4C9ADAB8CBCC}" type="datetime1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763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4E36-FABE-47EB-AA7F-C19A93824617}" type="datetime1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486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9CE6B-5DE6-4A2D-B72E-5E8969F9F56F}" type="datetime1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378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1A142-DA77-4A5F-AD1F-14E6C18F0F5F}" type="datetime1">
              <a:rPr lang="en-US" smtClean="0"/>
              <a:t>7/16/2026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94646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1A142-DA77-4A5F-AD1F-14E6C18F0F5F}" type="datetime1">
              <a:rPr lang="en-US" smtClean="0"/>
              <a:t>7/16/2026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41959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1A142-DA77-4A5F-AD1F-14E6C18F0F5F}" type="datetime1">
              <a:rPr lang="en-US" smtClean="0"/>
              <a:t>7/16/2026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32590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1A142-DA77-4A5F-AD1F-14E6C18F0F5F}" type="datetime1">
              <a:rPr lang="en-US" smtClean="0"/>
              <a:t>7/16/2026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99935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1A142-DA77-4A5F-AD1F-14E6C18F0F5F}" type="datetime1">
              <a:rPr lang="en-US" smtClean="0"/>
              <a:t>7/16/2026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15639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1A142-DA77-4A5F-AD1F-14E6C18F0F5F}" type="datetime1">
              <a:rPr lang="en-US" smtClean="0"/>
              <a:t>7/16/2026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48553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46AB1048-0047-48CA-88BA-D69B470942CF}" type="datetime1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8653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5BD83879-648C-49A9-81A2-0EF5946532D0}" type="datetime1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394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F481A142-DA77-4A5F-AD1F-14E6C18F0F5F}" type="datetime1">
              <a:rPr lang="en-US" smtClean="0"/>
              <a:t>7/16/2026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35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5" r:id="rId1"/>
    <p:sldLayoutId id="2147483886" r:id="rId2"/>
    <p:sldLayoutId id="2147483887" r:id="rId3"/>
    <p:sldLayoutId id="2147483888" r:id="rId4"/>
    <p:sldLayoutId id="2147483889" r:id="rId5"/>
    <p:sldLayoutId id="2147483890" r:id="rId6"/>
    <p:sldLayoutId id="2147483891" r:id="rId7"/>
    <p:sldLayoutId id="2147483892" r:id="rId8"/>
    <p:sldLayoutId id="2147483893" r:id="rId9"/>
    <p:sldLayoutId id="2147483894" r:id="rId10"/>
    <p:sldLayoutId id="2147483895" r:id="rId11"/>
    <p:sldLayoutId id="2147483896" r:id="rId12"/>
    <p:sldLayoutId id="2147483897" r:id="rId13"/>
    <p:sldLayoutId id="2147483898" r:id="rId14"/>
    <p:sldLayoutId id="2147483899" r:id="rId15"/>
    <p:sldLayoutId id="2147483900" r:id="rId16"/>
    <p:sldLayoutId id="2147483901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97215-6931-54B2-AF46-9EB370C77A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4" y="2099733"/>
            <a:ext cx="9832835" cy="2202444"/>
          </a:xfrm>
        </p:spPr>
        <p:txBody>
          <a:bodyPr/>
          <a:lstStyle/>
          <a:p>
            <a:pPr algn="ctr"/>
            <a:r>
              <a:rPr lang="en-US" sz="6000" dirty="0">
                <a:latin typeface="Broadway" panose="04040905080B02020502" pitchFamily="82" charset="0"/>
              </a:rPr>
              <a:t>Adventures Works Project</a:t>
            </a:r>
            <a:endParaRPr lang="en-IN" sz="6000" dirty="0">
              <a:latin typeface="Broadway" panose="04040905080B020205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8301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CA1EA-C7AF-0890-56BF-2A03CB1B0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  <a:latin typeface="Forte" panose="03060902040502070203" pitchFamily="66" charset="0"/>
              </a:rPr>
              <a:t>Today’s Agenda</a:t>
            </a:r>
          </a:p>
        </p:txBody>
      </p: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0CB409E2-AADA-0804-6672-63DFC87F21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6193229"/>
              </p:ext>
            </p:extLst>
          </p:nvPr>
        </p:nvGraphicFramePr>
        <p:xfrm>
          <a:off x="1286934" y="2324100"/>
          <a:ext cx="9657731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616186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483CC-8A6D-4980-6E7F-D49491A1E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Forte" panose="03060902040502070203" pitchFamily="66" charset="0"/>
              </a:rPr>
              <a:t>Group Members</a:t>
            </a:r>
            <a:r>
              <a:rPr lang="en-US" dirty="0">
                <a:latin typeface="Forte" panose="03060902040502070203" pitchFamily="66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8E5BA-8D66-6E83-D3D6-C001EF10F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A Sravani</a:t>
            </a:r>
          </a:p>
          <a:p>
            <a:r>
              <a:rPr lang="en-US" b="1" dirty="0">
                <a:solidFill>
                  <a:schemeClr val="tx1"/>
                </a:solidFill>
              </a:rPr>
              <a:t>Ravella </a:t>
            </a:r>
            <a:r>
              <a:rPr lang="en-US" b="1" dirty="0" err="1">
                <a:solidFill>
                  <a:schemeClr val="tx1"/>
                </a:solidFill>
              </a:rPr>
              <a:t>Pavansai</a:t>
            </a:r>
            <a:endParaRPr lang="en-US" b="1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Sahil Patil</a:t>
            </a:r>
          </a:p>
          <a:p>
            <a:r>
              <a:rPr lang="en-US" b="1" dirty="0">
                <a:solidFill>
                  <a:schemeClr val="tx1"/>
                </a:solidFill>
              </a:rPr>
              <a:t>Shruti Tushar Bhavsar</a:t>
            </a:r>
          </a:p>
        </p:txBody>
      </p:sp>
    </p:spTree>
    <p:extLst>
      <p:ext uri="{BB962C8B-B14F-4D97-AF65-F5344CB8AC3E}">
        <p14:creationId xmlns:p14="http://schemas.microsoft.com/office/powerpoint/2010/main" val="3735235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06414-35E1-B434-E29A-650C32531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98" y="629265"/>
            <a:ext cx="6072776" cy="131945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  <a:latin typeface="Forte" panose="03060902040502070203" pitchFamily="66" charset="0"/>
              </a:rPr>
              <a:t>Project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D185B-DA3C-8083-442D-B165CB784C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813" y="1948721"/>
            <a:ext cx="9110098" cy="5066676"/>
          </a:xfrm>
        </p:spPr>
        <p:txBody>
          <a:bodyPr anchor="ctr">
            <a:normAutofit/>
          </a:bodyPr>
          <a:lstStyle/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Developed an interactive dashboard using</a:t>
            </a: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Excel, </a:t>
            </a:r>
            <a:r>
              <a:rPr lang="en-US" alt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PowerBi</a:t>
            </a: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, SQL and Tableau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to analyze sales, profit, products, customers, and regional performance. </a:t>
            </a: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Tracked key KPIs including </a:t>
            </a: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Sales (29.36M), Profit (12.08M), Orders (60,398), and Average Order Value (486.09)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Performed </a:t>
            </a: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Top 5 &amp; Top 10 analysis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to identify best-performing products, customers, sales representatives, and territories. </a:t>
            </a: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Identified </a:t>
            </a: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Mountain-200 series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as the top-selling products and </a:t>
            </a: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Bikes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as the highest-performing category. </a:t>
            </a: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Analyzed </a:t>
            </a: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country-wise, region-wise, and time-based sales trends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to understand business growth and market performance. </a:t>
            </a: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Compared </a:t>
            </a: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sales and production costs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to evaluate profitability and operational efficiency. </a:t>
            </a: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Used interactive filters for </a:t>
            </a: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Year, Country, Category, Region, and Sub-Category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to enable dynamic analysis. </a:t>
            </a:r>
          </a:p>
        </p:txBody>
      </p:sp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2001AE11-43C8-B973-1848-D30EBB33CC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492" r="26491" b="1"/>
          <a:stretch>
            <a:fillRect/>
          </a:stretch>
        </p:blipFill>
        <p:spPr>
          <a:xfrm>
            <a:off x="9278911" y="480060"/>
            <a:ext cx="2425408" cy="5897880"/>
          </a:xfrm>
          <a:custGeom>
            <a:avLst/>
            <a:gdLst/>
            <a:ahLst/>
            <a:cxnLst/>
            <a:rect l="l" t="t" r="r" b="b"/>
            <a:pathLst>
              <a:path w="4929808" h="5897880">
                <a:moveTo>
                  <a:pt x="104535" y="0"/>
                </a:moveTo>
                <a:lnTo>
                  <a:pt x="2751151" y="0"/>
                </a:lnTo>
                <a:lnTo>
                  <a:pt x="4769032" y="0"/>
                </a:lnTo>
                <a:lnTo>
                  <a:pt x="4929808" y="0"/>
                </a:lnTo>
                <a:lnTo>
                  <a:pt x="4929808" y="5897880"/>
                </a:lnTo>
                <a:lnTo>
                  <a:pt x="4769032" y="5897880"/>
                </a:lnTo>
                <a:lnTo>
                  <a:pt x="2751151" y="5897880"/>
                </a:lnTo>
                <a:lnTo>
                  <a:pt x="0" y="5897880"/>
                </a:lnTo>
                <a:lnTo>
                  <a:pt x="0" y="5896985"/>
                </a:lnTo>
                <a:lnTo>
                  <a:pt x="103291" y="5896985"/>
                </a:lnTo>
                <a:lnTo>
                  <a:pt x="112340" y="5838313"/>
                </a:lnTo>
                <a:lnTo>
                  <a:pt x="123631" y="5762037"/>
                </a:lnTo>
                <a:lnTo>
                  <a:pt x="135550" y="5671232"/>
                </a:lnTo>
                <a:lnTo>
                  <a:pt x="149820" y="5563476"/>
                </a:lnTo>
                <a:lnTo>
                  <a:pt x="164875" y="5444219"/>
                </a:lnTo>
                <a:lnTo>
                  <a:pt x="180714" y="5309828"/>
                </a:lnTo>
                <a:lnTo>
                  <a:pt x="197494" y="5163329"/>
                </a:lnTo>
                <a:lnTo>
                  <a:pt x="214273" y="5004117"/>
                </a:lnTo>
                <a:lnTo>
                  <a:pt x="231367" y="4834615"/>
                </a:lnTo>
                <a:lnTo>
                  <a:pt x="247205" y="4651794"/>
                </a:lnTo>
                <a:lnTo>
                  <a:pt x="262417" y="4460498"/>
                </a:lnTo>
                <a:lnTo>
                  <a:pt x="276217" y="4258305"/>
                </a:lnTo>
                <a:lnTo>
                  <a:pt x="289390" y="4047637"/>
                </a:lnTo>
                <a:lnTo>
                  <a:pt x="301779" y="3827889"/>
                </a:lnTo>
                <a:lnTo>
                  <a:pt x="306170" y="3715291"/>
                </a:lnTo>
                <a:lnTo>
                  <a:pt x="311031" y="3600271"/>
                </a:lnTo>
                <a:lnTo>
                  <a:pt x="315579" y="3483435"/>
                </a:lnTo>
                <a:lnTo>
                  <a:pt x="318558" y="3365994"/>
                </a:lnTo>
                <a:lnTo>
                  <a:pt x="321224" y="3246131"/>
                </a:lnTo>
                <a:lnTo>
                  <a:pt x="324047" y="3125058"/>
                </a:lnTo>
                <a:lnTo>
                  <a:pt x="325929" y="3001563"/>
                </a:lnTo>
                <a:lnTo>
                  <a:pt x="325929" y="2876858"/>
                </a:lnTo>
                <a:lnTo>
                  <a:pt x="326870" y="2750941"/>
                </a:lnTo>
                <a:lnTo>
                  <a:pt x="325929" y="2623814"/>
                </a:lnTo>
                <a:lnTo>
                  <a:pt x="324047" y="2494871"/>
                </a:lnTo>
                <a:lnTo>
                  <a:pt x="322322" y="2365928"/>
                </a:lnTo>
                <a:lnTo>
                  <a:pt x="318558" y="2235169"/>
                </a:lnTo>
                <a:lnTo>
                  <a:pt x="314638" y="2103199"/>
                </a:lnTo>
                <a:lnTo>
                  <a:pt x="310090" y="1971229"/>
                </a:lnTo>
                <a:lnTo>
                  <a:pt x="303660" y="1838048"/>
                </a:lnTo>
                <a:lnTo>
                  <a:pt x="295976" y="1703656"/>
                </a:lnTo>
                <a:lnTo>
                  <a:pt x="288606" y="1568660"/>
                </a:lnTo>
                <a:lnTo>
                  <a:pt x="279197" y="1433663"/>
                </a:lnTo>
                <a:lnTo>
                  <a:pt x="267906" y="1296850"/>
                </a:lnTo>
                <a:lnTo>
                  <a:pt x="256615" y="1161853"/>
                </a:lnTo>
                <a:lnTo>
                  <a:pt x="243598" y="1024435"/>
                </a:lnTo>
                <a:lnTo>
                  <a:pt x="229328" y="886411"/>
                </a:lnTo>
                <a:lnTo>
                  <a:pt x="214273" y="750203"/>
                </a:lnTo>
                <a:lnTo>
                  <a:pt x="196709" y="612180"/>
                </a:lnTo>
                <a:lnTo>
                  <a:pt x="177891" y="474761"/>
                </a:lnTo>
                <a:lnTo>
                  <a:pt x="159229" y="336738"/>
                </a:lnTo>
                <a:lnTo>
                  <a:pt x="137432" y="199320"/>
                </a:lnTo>
                <a:lnTo>
                  <a:pt x="115163" y="6250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9530134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3488A-2287-3F83-3AEC-4156A6CA5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9098" y="629265"/>
            <a:ext cx="6072776" cy="162232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  <a:latin typeface="Forte" panose="03060902040502070203" pitchFamily="66" charset="0"/>
              </a:rPr>
              <a:t>KPI List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72AD8C-D69B-8515-C2F5-7FFCB36DB8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9098" y="2418735"/>
            <a:ext cx="6072776" cy="38117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buFont typeface="Wingdings 3" charset="2"/>
              <a:buChar char=""/>
            </a:pPr>
            <a:r>
              <a:rPr lang="en-US">
                <a:solidFill>
                  <a:srgbClr val="FFFFFF"/>
                </a:solidFill>
              </a:rPr>
              <a:t>KPI 1: Total Sales Amount </a:t>
            </a:r>
          </a:p>
          <a:p>
            <a:pPr>
              <a:lnSpc>
                <a:spcPct val="90000"/>
              </a:lnSpc>
              <a:buFont typeface="Wingdings 3" charset="2"/>
              <a:buChar char=""/>
            </a:pPr>
            <a:r>
              <a:rPr lang="en-US">
                <a:solidFill>
                  <a:srgbClr val="FFFFFF"/>
                </a:solidFill>
              </a:rPr>
              <a:t>KPI 2: Total Production Cost </a:t>
            </a:r>
          </a:p>
          <a:p>
            <a:pPr>
              <a:lnSpc>
                <a:spcPct val="90000"/>
              </a:lnSpc>
              <a:buFont typeface="Wingdings 3" charset="2"/>
              <a:buChar char=""/>
            </a:pPr>
            <a:r>
              <a:rPr lang="en-US">
                <a:solidFill>
                  <a:srgbClr val="FFFFFF"/>
                </a:solidFill>
              </a:rPr>
              <a:t>KPI 3: Total Profit </a:t>
            </a:r>
          </a:p>
          <a:p>
            <a:pPr>
              <a:lnSpc>
                <a:spcPct val="90000"/>
              </a:lnSpc>
              <a:buFont typeface="Wingdings 3" charset="2"/>
              <a:buChar char=""/>
            </a:pPr>
            <a:r>
              <a:rPr lang="en-US">
                <a:solidFill>
                  <a:srgbClr val="FFFFFF"/>
                </a:solidFill>
              </a:rPr>
              <a:t>KPI 4: Total Order Quantity </a:t>
            </a:r>
          </a:p>
          <a:p>
            <a:pPr>
              <a:lnSpc>
                <a:spcPct val="90000"/>
              </a:lnSpc>
              <a:buFont typeface="Wingdings 3" charset="2"/>
              <a:buChar char=""/>
            </a:pPr>
            <a:r>
              <a:rPr lang="en-US">
                <a:solidFill>
                  <a:srgbClr val="FFFFFF"/>
                </a:solidFill>
              </a:rPr>
              <a:t>KPI 5: Product-wise Performance</a:t>
            </a:r>
          </a:p>
          <a:p>
            <a:pPr>
              <a:lnSpc>
                <a:spcPct val="90000"/>
              </a:lnSpc>
              <a:buFont typeface="Wingdings 3" charset="2"/>
              <a:buChar char=""/>
            </a:pPr>
            <a:r>
              <a:rPr lang="en-US">
                <a:solidFill>
                  <a:srgbClr val="FFFFFF"/>
                </a:solidFill>
              </a:rPr>
              <a:t>KPI 6: Customer-wise Performance</a:t>
            </a:r>
          </a:p>
          <a:p>
            <a:pPr>
              <a:lnSpc>
                <a:spcPct val="90000"/>
              </a:lnSpc>
              <a:buFont typeface="Wingdings 3" charset="2"/>
              <a:buChar char=""/>
            </a:pPr>
            <a:r>
              <a:rPr lang="en-US">
                <a:solidFill>
                  <a:srgbClr val="FFFFFF"/>
                </a:solidFill>
              </a:rPr>
              <a:t>KPI 7: Region-wise Performance</a:t>
            </a:r>
          </a:p>
          <a:p>
            <a:pPr>
              <a:lnSpc>
                <a:spcPct val="90000"/>
              </a:lnSpc>
              <a:buFont typeface="Wingdings 3" charset="2"/>
              <a:buChar char=""/>
            </a:pPr>
            <a:r>
              <a:rPr lang="en-US">
                <a:solidFill>
                  <a:srgbClr val="FFFFFF"/>
                </a:solidFill>
              </a:rPr>
              <a:t>KPI 8: Month-wise Sales Trend</a:t>
            </a:r>
          </a:p>
          <a:p>
            <a:pPr>
              <a:lnSpc>
                <a:spcPct val="90000"/>
              </a:lnSpc>
              <a:buFont typeface="Wingdings 3" charset="2"/>
              <a:buChar char=""/>
            </a:pPr>
            <a:r>
              <a:rPr lang="en-US">
                <a:solidFill>
                  <a:srgbClr val="FFFFFF"/>
                </a:solidFill>
              </a:rPr>
              <a:t>KPI 9: Year-wise Sales Growth</a:t>
            </a:r>
          </a:p>
          <a:p>
            <a:pPr>
              <a:lnSpc>
                <a:spcPct val="90000"/>
              </a:lnSpc>
              <a:buFont typeface="Wingdings 3" charset="2"/>
              <a:buChar char=""/>
            </a:pPr>
            <a:r>
              <a:rPr lang="en-US">
                <a:solidFill>
                  <a:srgbClr val="FFFFFF"/>
                </a:solidFill>
              </a:rPr>
              <a:t>KPI 10: Sales vs Production Cost </a:t>
            </a:r>
          </a:p>
          <a:p>
            <a:pPr>
              <a:lnSpc>
                <a:spcPct val="90000"/>
              </a:lnSpc>
              <a:buFont typeface="Wingdings 3" charset="2"/>
              <a:buChar char=""/>
            </a:pPr>
            <a:endParaRPr lang="en-US">
              <a:solidFill>
                <a:srgbClr val="FFFFFF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AB514AE-4475-2F34-68AB-9E9482F040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053" r="2363" b="2"/>
          <a:stretch>
            <a:fillRect/>
          </a:stretch>
        </p:blipFill>
        <p:spPr>
          <a:xfrm>
            <a:off x="6774511" y="480060"/>
            <a:ext cx="4929808" cy="5897880"/>
          </a:xfrm>
          <a:custGeom>
            <a:avLst/>
            <a:gdLst/>
            <a:ahLst/>
            <a:cxnLst/>
            <a:rect l="l" t="t" r="r" b="b"/>
            <a:pathLst>
              <a:path w="4929808" h="5897880">
                <a:moveTo>
                  <a:pt x="104535" y="0"/>
                </a:moveTo>
                <a:lnTo>
                  <a:pt x="2751151" y="0"/>
                </a:lnTo>
                <a:lnTo>
                  <a:pt x="4769032" y="0"/>
                </a:lnTo>
                <a:lnTo>
                  <a:pt x="4929808" y="0"/>
                </a:lnTo>
                <a:lnTo>
                  <a:pt x="4929808" y="5897880"/>
                </a:lnTo>
                <a:lnTo>
                  <a:pt x="4769032" y="5897880"/>
                </a:lnTo>
                <a:lnTo>
                  <a:pt x="2751151" y="5897880"/>
                </a:lnTo>
                <a:lnTo>
                  <a:pt x="0" y="5897880"/>
                </a:lnTo>
                <a:lnTo>
                  <a:pt x="0" y="5896985"/>
                </a:lnTo>
                <a:lnTo>
                  <a:pt x="103291" y="5896985"/>
                </a:lnTo>
                <a:lnTo>
                  <a:pt x="112340" y="5838313"/>
                </a:lnTo>
                <a:lnTo>
                  <a:pt x="123631" y="5762037"/>
                </a:lnTo>
                <a:lnTo>
                  <a:pt x="135550" y="5671232"/>
                </a:lnTo>
                <a:lnTo>
                  <a:pt x="149820" y="5563476"/>
                </a:lnTo>
                <a:lnTo>
                  <a:pt x="164875" y="5444219"/>
                </a:lnTo>
                <a:lnTo>
                  <a:pt x="180714" y="5309828"/>
                </a:lnTo>
                <a:lnTo>
                  <a:pt x="197494" y="5163329"/>
                </a:lnTo>
                <a:lnTo>
                  <a:pt x="214273" y="5004117"/>
                </a:lnTo>
                <a:lnTo>
                  <a:pt x="231367" y="4834615"/>
                </a:lnTo>
                <a:lnTo>
                  <a:pt x="247205" y="4651794"/>
                </a:lnTo>
                <a:lnTo>
                  <a:pt x="262417" y="4460498"/>
                </a:lnTo>
                <a:lnTo>
                  <a:pt x="276217" y="4258305"/>
                </a:lnTo>
                <a:lnTo>
                  <a:pt x="289390" y="4047637"/>
                </a:lnTo>
                <a:lnTo>
                  <a:pt x="301779" y="3827889"/>
                </a:lnTo>
                <a:lnTo>
                  <a:pt x="306170" y="3715291"/>
                </a:lnTo>
                <a:lnTo>
                  <a:pt x="311031" y="3600271"/>
                </a:lnTo>
                <a:lnTo>
                  <a:pt x="315579" y="3483435"/>
                </a:lnTo>
                <a:lnTo>
                  <a:pt x="318558" y="3365994"/>
                </a:lnTo>
                <a:lnTo>
                  <a:pt x="321224" y="3246131"/>
                </a:lnTo>
                <a:lnTo>
                  <a:pt x="324047" y="3125058"/>
                </a:lnTo>
                <a:lnTo>
                  <a:pt x="325929" y="3001563"/>
                </a:lnTo>
                <a:lnTo>
                  <a:pt x="325929" y="2876858"/>
                </a:lnTo>
                <a:lnTo>
                  <a:pt x="326870" y="2750941"/>
                </a:lnTo>
                <a:lnTo>
                  <a:pt x="325929" y="2623814"/>
                </a:lnTo>
                <a:lnTo>
                  <a:pt x="324047" y="2494871"/>
                </a:lnTo>
                <a:lnTo>
                  <a:pt x="322322" y="2365928"/>
                </a:lnTo>
                <a:lnTo>
                  <a:pt x="318558" y="2235169"/>
                </a:lnTo>
                <a:lnTo>
                  <a:pt x="314638" y="2103199"/>
                </a:lnTo>
                <a:lnTo>
                  <a:pt x="310090" y="1971229"/>
                </a:lnTo>
                <a:lnTo>
                  <a:pt x="303660" y="1838048"/>
                </a:lnTo>
                <a:lnTo>
                  <a:pt x="295976" y="1703656"/>
                </a:lnTo>
                <a:lnTo>
                  <a:pt x="288606" y="1568660"/>
                </a:lnTo>
                <a:lnTo>
                  <a:pt x="279197" y="1433663"/>
                </a:lnTo>
                <a:lnTo>
                  <a:pt x="267906" y="1296850"/>
                </a:lnTo>
                <a:lnTo>
                  <a:pt x="256615" y="1161853"/>
                </a:lnTo>
                <a:lnTo>
                  <a:pt x="243598" y="1024435"/>
                </a:lnTo>
                <a:lnTo>
                  <a:pt x="229328" y="886411"/>
                </a:lnTo>
                <a:lnTo>
                  <a:pt x="214273" y="750203"/>
                </a:lnTo>
                <a:lnTo>
                  <a:pt x="196709" y="612180"/>
                </a:lnTo>
                <a:lnTo>
                  <a:pt x="177891" y="474761"/>
                </a:lnTo>
                <a:lnTo>
                  <a:pt x="159229" y="336738"/>
                </a:lnTo>
                <a:lnTo>
                  <a:pt x="137432" y="199320"/>
                </a:lnTo>
                <a:lnTo>
                  <a:pt x="115163" y="6250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6148964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091D54B-59AB-4A5E-8E9E-0421BD66D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47CE62E-FFFD-4A1F-BA78-C3B89C36F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AE51FD27-6B6A-4D21-BF22-245DA9BD0B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B8144315-1C5A-4185-A952-25D98D303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ADDB32-992B-8DEB-DFBD-C3B4A97EF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6640" y="2548328"/>
            <a:ext cx="3161016" cy="174622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200" b="0" i="0" kern="1200" dirty="0">
                <a:solidFill>
                  <a:srgbClr val="EBEBEB"/>
                </a:solidFill>
                <a:latin typeface="Forte" panose="03060902040502070203" pitchFamily="66" charset="0"/>
              </a:rPr>
              <a:t>Excel Dashboard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5A657F0-42F3-40D3-BC75-7DA1F5C6A2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3332" y="396837"/>
            <a:ext cx="7906665" cy="6058999"/>
            <a:chOff x="423332" y="396837"/>
            <a:chExt cx="7906665" cy="605899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E94FF68-7A60-47B7-AB98-1674FC7F2D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flipH="1">
              <a:off x="423332" y="402165"/>
              <a:ext cx="678513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42B4F8D7-4E9C-45EF-9072-1AF32CEF71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400000" flipH="1">
              <a:off x="4616676" y="2801722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3ECBDDDB-593C-40F0-8E80-AA75798EE4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677511" flipH="1">
              <a:off x="6459831" y="1826079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3" name="Picture Placeholder 5">
            <a:extLst>
              <a:ext uri="{FF2B5EF4-FFF2-40B4-BE49-F238E27FC236}">
                <a16:creationId xmlns:a16="http://schemas.microsoft.com/office/drawing/2014/main" id="{9ED9030C-4942-2A12-0A33-4629A7896D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17" b="4017"/>
          <a:stretch>
            <a:fillRect/>
          </a:stretch>
        </p:blipFill>
        <p:spPr>
          <a:xfrm>
            <a:off x="499243" y="544265"/>
            <a:ext cx="7487132" cy="5754349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4C5328-0DFE-D3C6-F27C-AFC76C5BD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5929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DC6BE-1902-61E6-55EF-E5A3526EA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3A180360-AFE6-4103-F9AB-BB3AB960E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4F26DE3-176D-3846-E562-BB6CE4E6C3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15EB2813-B517-996F-CF47-B99DCEC3A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CE05BE6-618D-A103-6EEA-5C49EED3B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F94493-8012-98E1-D7F5-93E530B7C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55" y="2603500"/>
            <a:ext cx="3161016" cy="148799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200" dirty="0" err="1">
                <a:solidFill>
                  <a:srgbClr val="EBEBEB"/>
                </a:solidFill>
                <a:latin typeface="Forte" panose="03060902040502070203" pitchFamily="66" charset="0"/>
              </a:rPr>
              <a:t>PowerBi</a:t>
            </a:r>
            <a:r>
              <a:rPr lang="en-US" sz="4200" dirty="0">
                <a:solidFill>
                  <a:srgbClr val="EBEBEB"/>
                </a:solidFill>
                <a:latin typeface="Forte" panose="03060902040502070203" pitchFamily="66" charset="0"/>
              </a:rPr>
              <a:t> </a:t>
            </a:r>
            <a:br>
              <a:rPr lang="en-US" sz="4200" dirty="0">
                <a:solidFill>
                  <a:srgbClr val="EBEBEB"/>
                </a:solidFill>
                <a:latin typeface="Forte" panose="03060902040502070203" pitchFamily="66" charset="0"/>
              </a:rPr>
            </a:br>
            <a:r>
              <a:rPr lang="en-US" sz="4200" dirty="0">
                <a:solidFill>
                  <a:srgbClr val="EBEBEB"/>
                </a:solidFill>
                <a:latin typeface="Forte" panose="03060902040502070203" pitchFamily="66" charset="0"/>
              </a:rPr>
              <a:t>Dashboard</a:t>
            </a:r>
            <a:endParaRPr lang="en-US" sz="4200" b="0" i="0" kern="1200" dirty="0">
              <a:solidFill>
                <a:srgbClr val="EBEBEB"/>
              </a:solidFill>
              <a:latin typeface="Forte" panose="03060902040502070203" pitchFamily="66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5B3CDD8-5958-180B-B92C-3DB4D75C7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3332" y="396837"/>
            <a:ext cx="7906665" cy="6058999"/>
            <a:chOff x="423332" y="396837"/>
            <a:chExt cx="7906665" cy="605899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7919EC6-599A-5136-5D2C-3F6D656BCF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flipH="1">
              <a:off x="423332" y="402165"/>
              <a:ext cx="678513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889E8777-CA98-A260-D114-BF7466F3BD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400000" flipH="1">
              <a:off x="4616676" y="2801722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67C39D9F-07C2-208E-A50A-3B4579F537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677511" flipH="1">
              <a:off x="6459831" y="1826079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2CC592-A90A-D4CA-7100-E970BEF97D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3" name="Content Placeholder 5">
            <a:extLst>
              <a:ext uri="{FF2B5EF4-FFF2-40B4-BE49-F238E27FC236}">
                <a16:creationId xmlns:a16="http://schemas.microsoft.com/office/drawing/2014/main" id="{310E5E9B-4CDF-34B8-A65F-16D2249A14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6" t="-4429" r="948" b="4429"/>
          <a:stretch>
            <a:fillRect/>
          </a:stretch>
        </p:blipFill>
        <p:spPr>
          <a:xfrm>
            <a:off x="564029" y="239402"/>
            <a:ext cx="7281592" cy="3274418"/>
          </a:xfrm>
          <a:prstGeom prst="rect">
            <a:avLst/>
          </a:prstGeom>
        </p:spPr>
      </p:pic>
      <p:pic>
        <p:nvPicPr>
          <p:cNvPr id="5" name="Content Placeholder 7">
            <a:extLst>
              <a:ext uri="{FF2B5EF4-FFF2-40B4-BE49-F238E27FC236}">
                <a16:creationId xmlns:a16="http://schemas.microsoft.com/office/drawing/2014/main" id="{BD9F2382-24BC-AC85-20AE-0CBB692742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6" r="1545"/>
          <a:stretch>
            <a:fillRect/>
          </a:stretch>
        </p:blipFill>
        <p:spPr>
          <a:xfrm>
            <a:off x="564029" y="3559689"/>
            <a:ext cx="7281591" cy="3087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402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5A72E-7B86-47BD-888F-FD9B36A71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dirty="0" err="1">
                <a:latin typeface="Forte" panose="03060902040502070203" pitchFamily="66" charset="0"/>
              </a:rPr>
              <a:t>Sql</a:t>
            </a:r>
            <a:r>
              <a:rPr lang="en-GB" sz="4400" dirty="0">
                <a:latin typeface="Forte" panose="03060902040502070203" pitchFamily="66" charset="0"/>
              </a:rPr>
              <a:t> script</a:t>
            </a:r>
          </a:p>
        </p:txBody>
      </p:sp>
      <p:pic>
        <p:nvPicPr>
          <p:cNvPr id="24" name="Content Placeholder 23">
            <a:extLst>
              <a:ext uri="{FF2B5EF4-FFF2-40B4-BE49-F238E27FC236}">
                <a16:creationId xmlns:a16="http://schemas.microsoft.com/office/drawing/2014/main" id="{DD8CA6A3-EAD8-4F06-9CB3-B067EA9309D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8712" y="2522483"/>
            <a:ext cx="5917323" cy="4067503"/>
          </a:xfrm>
        </p:spPr>
      </p:pic>
      <p:pic>
        <p:nvPicPr>
          <p:cNvPr id="22" name="Content Placeholder 21">
            <a:extLst>
              <a:ext uri="{FF2B5EF4-FFF2-40B4-BE49-F238E27FC236}">
                <a16:creationId xmlns:a16="http://schemas.microsoft.com/office/drawing/2014/main" id="{2567EA55-2711-4E06-B987-0349E6585E6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676" y="2417379"/>
            <a:ext cx="5917324" cy="4172607"/>
          </a:xfrm>
        </p:spPr>
      </p:pic>
    </p:spTree>
    <p:extLst>
      <p:ext uri="{BB962C8B-B14F-4D97-AF65-F5344CB8AC3E}">
        <p14:creationId xmlns:p14="http://schemas.microsoft.com/office/powerpoint/2010/main" val="2726710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D8673-840F-4A3F-B09D-FA107EB69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dirty="0" err="1">
                <a:latin typeface="Forte" panose="03060902040502070203" pitchFamily="66" charset="0"/>
              </a:rPr>
              <a:t>Sql</a:t>
            </a:r>
            <a:r>
              <a:rPr lang="en-GB" sz="4400" dirty="0">
                <a:latin typeface="Forte" panose="03060902040502070203" pitchFamily="66" charset="0"/>
              </a:rPr>
              <a:t> script</a:t>
            </a:r>
            <a:endParaRPr lang="en-GB" sz="4400" dirty="0"/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C145BA54-5C8D-4E01-AFCF-2AECA58AC3D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166" y="2603500"/>
            <a:ext cx="5927834" cy="3828831"/>
          </a:xfrm>
        </p:spPr>
      </p:pic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C0B469AB-7C2D-4A95-A728-BFCF020F95BF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8712" y="2603500"/>
            <a:ext cx="5927833" cy="3828831"/>
          </a:xfrm>
        </p:spPr>
      </p:pic>
    </p:spTree>
    <p:extLst>
      <p:ext uri="{BB962C8B-B14F-4D97-AF65-F5344CB8AC3E}">
        <p14:creationId xmlns:p14="http://schemas.microsoft.com/office/powerpoint/2010/main" val="3394949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81A54-4380-49AC-84E8-B1C9D5FEF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dirty="0" err="1">
                <a:latin typeface="Forte" panose="03060902040502070203" pitchFamily="66" charset="0"/>
              </a:rPr>
              <a:t>Sql</a:t>
            </a:r>
            <a:r>
              <a:rPr lang="en-GB" sz="4400" dirty="0">
                <a:latin typeface="Forte" panose="03060902040502070203" pitchFamily="66" charset="0"/>
              </a:rPr>
              <a:t> script</a:t>
            </a:r>
            <a:endParaRPr lang="en-GB" sz="4400" dirty="0"/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64E9BABF-8362-4A85-BD92-23F8A0BD6AB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718" y="2480440"/>
            <a:ext cx="5759396" cy="4035973"/>
          </a:xfrm>
        </p:spPr>
      </p:pic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1AFA53A8-D11A-4E10-AAB3-CD7B64343846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480440"/>
            <a:ext cx="5872109" cy="4035973"/>
          </a:xfrm>
        </p:spPr>
      </p:pic>
    </p:spTree>
    <p:extLst>
      <p:ext uri="{BB962C8B-B14F-4D97-AF65-F5344CB8AC3E}">
        <p14:creationId xmlns:p14="http://schemas.microsoft.com/office/powerpoint/2010/main" val="7808639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091D54B-59AB-4A5E-8E9E-0421BD66D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47CE62E-FFFD-4A1F-BA78-C3B89C36F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AE51FD27-6B6A-4D21-BF22-245DA9BD0B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B8144315-1C5A-4185-A952-25D98D303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3AFFDC-9A0C-8BFF-3197-4860B9C96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55" y="2593298"/>
            <a:ext cx="3161016" cy="14981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200" b="0" i="0" kern="1200" dirty="0">
                <a:solidFill>
                  <a:srgbClr val="EBEBEB"/>
                </a:solidFill>
                <a:latin typeface="Forte" panose="03060902040502070203" pitchFamily="66" charset="0"/>
              </a:rPr>
              <a:t>Tableau</a:t>
            </a:r>
            <a:br>
              <a:rPr lang="en-US" sz="4200" b="0" i="0" kern="1200" dirty="0">
                <a:solidFill>
                  <a:srgbClr val="EBEBEB"/>
                </a:solidFill>
                <a:latin typeface="Forte" panose="03060902040502070203" pitchFamily="66" charset="0"/>
              </a:rPr>
            </a:br>
            <a:r>
              <a:rPr lang="en-US" sz="4200" b="0" i="0" kern="1200" dirty="0">
                <a:solidFill>
                  <a:srgbClr val="EBEBEB"/>
                </a:solidFill>
                <a:latin typeface="Forte" panose="03060902040502070203" pitchFamily="66" charset="0"/>
              </a:rPr>
              <a:t>Dashboard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5A657F0-42F3-40D3-BC75-7DA1F5C6A2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3332" y="396837"/>
            <a:ext cx="7906665" cy="6058999"/>
            <a:chOff x="423332" y="396837"/>
            <a:chExt cx="7906665" cy="605899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E94FF68-7A60-47B7-AB98-1674FC7F2D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flipH="1">
              <a:off x="423332" y="402165"/>
              <a:ext cx="678513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42B4F8D7-4E9C-45EF-9072-1AF32CEF71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400000" flipH="1">
              <a:off x="4616676" y="2801722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3ECBDDDB-593C-40F0-8E80-AA75798EE4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677511" flipH="1">
              <a:off x="6459831" y="1826079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E2E33CA-BAEB-1F10-A393-052D9D2308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293" y="244838"/>
            <a:ext cx="7309794" cy="3416300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E50CAEB-B2C2-12F6-9322-7110041B78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928" y="3465456"/>
            <a:ext cx="7309793" cy="3147706"/>
          </a:xfrm>
        </p:spPr>
      </p:pic>
    </p:spTree>
    <p:extLst>
      <p:ext uri="{BB962C8B-B14F-4D97-AF65-F5344CB8AC3E}">
        <p14:creationId xmlns:p14="http://schemas.microsoft.com/office/powerpoint/2010/main" val="41533383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87674-2E18-2805-62A6-D574052D7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Forte" panose="03060902040502070203" pitchFamily="66" charset="0"/>
              </a:rPr>
              <a:t>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A91AB-AFD8-9D89-ABF5-291DC1B7A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Sales performance varies across regions, highlighting opportunities for market expansion. </a:t>
            </a:r>
          </a:p>
          <a:p>
            <a:r>
              <a:rPr lang="en-US" dirty="0"/>
              <a:t>A small number of products generate the highest sales and profit. Production costs directly impact overall profitability. </a:t>
            </a:r>
          </a:p>
          <a:p>
            <a:r>
              <a:rPr lang="en-US" dirty="0"/>
              <a:t>Order quantity trends help improve inventory planning and demand forecasting. </a:t>
            </a:r>
          </a:p>
          <a:p>
            <a:r>
              <a:rPr lang="en-US" dirty="0"/>
              <a:t>Regular KPI monitoring enables faster and more effective business decisions. </a:t>
            </a:r>
          </a:p>
          <a:p>
            <a:r>
              <a:rPr lang="en-US" dirty="0"/>
              <a:t>Data-driven insights support business growth and operational efficiency.</a:t>
            </a:r>
          </a:p>
        </p:txBody>
      </p:sp>
    </p:spTree>
    <p:extLst>
      <p:ext uri="{BB962C8B-B14F-4D97-AF65-F5344CB8AC3E}">
        <p14:creationId xmlns:p14="http://schemas.microsoft.com/office/powerpoint/2010/main" val="20813195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1CEF0-58E0-39DC-1BEC-FBFB9D106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  <a:latin typeface="Forte" panose="03060902040502070203" pitchFamily="66" charset="0"/>
              </a:rPr>
              <a:t>Suggestions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71F7D32-5EFC-E422-6AC8-AF1C06553F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2874383"/>
              </p:ext>
            </p:extLst>
          </p:nvPr>
        </p:nvGraphicFramePr>
        <p:xfrm>
          <a:off x="659567" y="2173574"/>
          <a:ext cx="11032761" cy="44520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189546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500D6-D09B-AE2F-59AF-8EDC61E77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568" y="1948720"/>
            <a:ext cx="10883504" cy="275819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 b="0" i="0" kern="1200" dirty="0">
                <a:solidFill>
                  <a:srgbClr val="EBEBEB"/>
                </a:solidFill>
                <a:latin typeface="Segoe Script" panose="030B0504020000000003" pitchFamily="66" charset="0"/>
              </a:rPr>
              <a:t>Thank You</a:t>
            </a:r>
            <a:br>
              <a:rPr lang="en-US" sz="5400" b="0" i="0" u="sng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</a:br>
            <a:endParaRPr lang="en-US" sz="5400" b="0" i="0" u="sng" kern="1200" dirty="0">
              <a:solidFill>
                <a:srgbClr val="EBEBEB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011355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179</TotalTime>
  <Words>417</Words>
  <Application>Microsoft Office PowerPoint</Application>
  <PresentationFormat>Widescreen</PresentationFormat>
  <Paragraphs>60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Broadway</vt:lpstr>
      <vt:lpstr>Calibri</vt:lpstr>
      <vt:lpstr>Century Gothic</vt:lpstr>
      <vt:lpstr>Forte</vt:lpstr>
      <vt:lpstr>Segoe Script</vt:lpstr>
      <vt:lpstr>Wingdings 3</vt:lpstr>
      <vt:lpstr>Ion Boardroom</vt:lpstr>
      <vt:lpstr>Adventures Works Project</vt:lpstr>
      <vt:lpstr>Today’s Agenda</vt:lpstr>
      <vt:lpstr>Group Members </vt:lpstr>
      <vt:lpstr>Project Summary</vt:lpstr>
      <vt:lpstr>KPI List</vt:lpstr>
      <vt:lpstr>Excel Dashboard</vt:lpstr>
      <vt:lpstr>PowerBi  Dashboard</vt:lpstr>
      <vt:lpstr>Sql script</vt:lpstr>
      <vt:lpstr>Sql script</vt:lpstr>
      <vt:lpstr>Sql script</vt:lpstr>
      <vt:lpstr>Tableau Dashboard</vt:lpstr>
      <vt:lpstr>Key Takeaways</vt:lpstr>
      <vt:lpstr>Suggestions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Adventures Works Project</dc:title>
  <dc:creator>Usha Laxmi</dc:creator>
  <cp:lastModifiedBy>Ravella Pavan sai</cp:lastModifiedBy>
  <cp:revision>10</cp:revision>
  <dcterms:created xsi:type="dcterms:W3CDTF">2026-07-13T10:14:52Z</dcterms:created>
  <dcterms:modified xsi:type="dcterms:W3CDTF">2026-07-16T05:12:52Z</dcterms:modified>
</cp:coreProperties>
</file>